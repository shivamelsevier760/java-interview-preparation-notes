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88" r:id="rId2"/>
    <p:sldId id="291"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1119" autoAdjust="0"/>
  </p:normalViewPr>
  <p:slideViewPr>
    <p:cSldViewPr showGuides="1">
      <p:cViewPr>
        <p:scale>
          <a:sx n="60" d="100"/>
          <a:sy n="60" d="100"/>
        </p:scale>
        <p:origin x="-1656" y="-23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47" d="100"/>
        <a:sy n="47"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FEC9C5-8A82-4D17-BD95-63A0D7B9F2C3}" type="datetimeFigureOut">
              <a:rPr lang="en-GB" smtClean="0"/>
              <a:t>03/10/2016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DD296D-056B-4D03-BE1A-7E0D0D62E109}" type="slidenum">
              <a:rPr lang="en-GB" smtClean="0"/>
              <a:t>‹#›</a:t>
            </a:fld>
            <a:endParaRPr lang="en-GB"/>
          </a:p>
        </p:txBody>
      </p:sp>
    </p:spTree>
    <p:extLst>
      <p:ext uri="{BB962C8B-B14F-4D97-AF65-F5344CB8AC3E}">
        <p14:creationId xmlns:p14="http://schemas.microsoft.com/office/powerpoint/2010/main" val="335060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14" name="Picture 13" descr="Infoflow_Cover_1.png"/>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p:ph type="ctrTitle" hasCustomPrompt="1"/>
          </p:nvPr>
        </p:nvSpPr>
        <p:spPr>
          <a:xfrm>
            <a:off x="256745" y="242634"/>
            <a:ext cx="7425926" cy="942147"/>
          </a:xfrm>
          <a:prstGeom prst="rect">
            <a:avLst/>
          </a:prstGeom>
        </p:spPr>
        <p:txBody>
          <a:bodyPr/>
          <a:lstStyle>
            <a:lvl1pPr algn="l">
              <a:lnSpc>
                <a:spcPct val="85000"/>
              </a:lnSpc>
              <a:defRPr sz="3600" baseline="0">
                <a:solidFill>
                  <a:schemeClr val="bg1"/>
                </a:solidFill>
              </a:defRPr>
            </a:lvl1pPr>
          </a:lstStyle>
          <a:p>
            <a:r>
              <a:rPr lang="en-US" dirty="0" smtClean="0"/>
              <a:t>Cover Slide Title and Second Line If Necessary</a:t>
            </a:r>
            <a:endParaRPr lang="en-US" dirty="0"/>
          </a:p>
        </p:txBody>
      </p:sp>
      <p:sp>
        <p:nvSpPr>
          <p:cNvPr id="3" name="Subtitle 2"/>
          <p:cNvSpPr>
            <a:spLocks noGrp="1"/>
          </p:cNvSpPr>
          <p:nvPr>
            <p:ph type="subTitle" idx="1" hasCustomPrompt="1"/>
          </p:nvPr>
        </p:nvSpPr>
        <p:spPr>
          <a:xfrm>
            <a:off x="256745" y="1194164"/>
            <a:ext cx="7425926" cy="390948"/>
          </a:xfrm>
          <a:prstGeom prst="rect">
            <a:avLst/>
          </a:prstGeom>
        </p:spPr>
        <p:txBody>
          <a:bodyPr/>
          <a:lstStyle>
            <a:lvl1pPr marL="0" indent="0" algn="l">
              <a:buNone/>
              <a:defRPr sz="1600">
                <a:solidFill>
                  <a:srgbClr val="FFFFFF"/>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Subtitle of Presentation</a:t>
            </a:r>
            <a:endParaRPr lang="en-US" dirty="0"/>
          </a:p>
        </p:txBody>
      </p:sp>
      <p:pic>
        <p:nvPicPr>
          <p:cNvPr id="13" name="Picture 12" descr="Elsevier_Tree_Logo_White.png"/>
          <p:cNvPicPr>
            <a:picLocks noChangeAspect="1"/>
          </p:cNvPicPr>
          <p:nvPr userDrawn="1"/>
        </p:nvPicPr>
        <p:blipFill>
          <a:blip r:embed="rId3"/>
          <a:stretch>
            <a:fillRect/>
          </a:stretch>
        </p:blipFill>
        <p:spPr>
          <a:xfrm>
            <a:off x="8104655" y="359748"/>
            <a:ext cx="688848" cy="798576"/>
          </a:xfrm>
          <a:prstGeom prst="rect">
            <a:avLst/>
          </a:prstGeom>
        </p:spPr>
      </p:pic>
      <p:sp>
        <p:nvSpPr>
          <p:cNvPr id="10" name="Text Placeholder 6"/>
          <p:cNvSpPr>
            <a:spLocks noGrp="1"/>
          </p:cNvSpPr>
          <p:nvPr>
            <p:ph type="body" sz="quarter" idx="10" hasCustomPrompt="1"/>
          </p:nvPr>
        </p:nvSpPr>
        <p:spPr>
          <a:xfrm>
            <a:off x="247738" y="6122077"/>
            <a:ext cx="3913188" cy="302381"/>
          </a:xfrm>
          <a:prstGeom prst="rect">
            <a:avLst/>
          </a:prstGeom>
        </p:spPr>
        <p:txBody>
          <a:bodyPr/>
          <a:lstStyle>
            <a:lvl1pPr marL="0" indent="0">
              <a:buNone/>
              <a:defRPr sz="1100">
                <a:solidFill>
                  <a:srgbClr val="FFFFFF"/>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smtClean="0"/>
              <a:t>Presented by </a:t>
            </a:r>
            <a:r>
              <a:rPr lang="en-US" dirty="0" err="1" smtClean="0"/>
              <a:t>Firstname</a:t>
            </a:r>
            <a:r>
              <a:rPr lang="en-US" dirty="0" smtClean="0"/>
              <a:t> </a:t>
            </a:r>
            <a:r>
              <a:rPr lang="en-US" dirty="0" err="1" smtClean="0"/>
              <a:t>Lastname</a:t>
            </a:r>
            <a:endParaRPr lang="en-US" dirty="0" smtClean="0"/>
          </a:p>
        </p:txBody>
      </p:sp>
      <p:sp>
        <p:nvSpPr>
          <p:cNvPr id="11" name="Text Placeholder 4"/>
          <p:cNvSpPr>
            <a:spLocks noGrp="1"/>
          </p:cNvSpPr>
          <p:nvPr>
            <p:ph type="body" sz="quarter" idx="11" hasCustomPrompt="1"/>
          </p:nvPr>
        </p:nvSpPr>
        <p:spPr>
          <a:xfrm>
            <a:off x="256745" y="6325001"/>
            <a:ext cx="3913188" cy="266700"/>
          </a:xfrm>
          <a:prstGeom prst="rect">
            <a:avLst/>
          </a:prstGeom>
        </p:spPr>
        <p:txBody>
          <a:bodyPr vert="horz"/>
          <a:lstStyle>
            <a:lvl1pPr marL="0" indent="0">
              <a:buNone/>
              <a:defRPr sz="1100">
                <a:solidFill>
                  <a:srgbClr val="FFFFFF"/>
                </a:solidFill>
                <a:latin typeface="Arial"/>
                <a:cs typeface="Arial"/>
              </a:defRPr>
            </a:lvl1pPr>
          </a:lstStyle>
          <a:p>
            <a:pPr lvl="0"/>
            <a:r>
              <a:rPr lang="en-US" dirty="0" smtClean="0"/>
              <a:t>Date XX_XX_XX</a:t>
            </a:r>
          </a:p>
        </p:txBody>
      </p:sp>
    </p:spTree>
    <p:extLst>
      <p:ext uri="{BB962C8B-B14F-4D97-AF65-F5344CB8AC3E}">
        <p14:creationId xmlns:p14="http://schemas.microsoft.com/office/powerpoint/2010/main" val="2771468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10" name="Picture 9" descr="Infoflow_Cover_1.png"/>
          <p:cNvPicPr>
            <a:picLocks noChangeAspect="1"/>
          </p:cNvPicPr>
          <p:nvPr userDrawn="1"/>
        </p:nvPicPr>
        <p:blipFill>
          <a:blip r:embed="rId2"/>
          <a:stretch>
            <a:fillRect/>
          </a:stretch>
        </p:blipFill>
        <p:spPr>
          <a:xfrm>
            <a:off x="0" y="0"/>
            <a:ext cx="9144000" cy="6858000"/>
          </a:xfrm>
          <a:prstGeom prst="rect">
            <a:avLst/>
          </a:prstGeom>
        </p:spPr>
      </p:pic>
      <p:pic>
        <p:nvPicPr>
          <p:cNvPr id="18" name="Picture 17" descr="Elsevier_Tree_Logo_White.png"/>
          <p:cNvPicPr>
            <a:picLocks noChangeAspect="1"/>
          </p:cNvPicPr>
          <p:nvPr userDrawn="1"/>
        </p:nvPicPr>
        <p:blipFill>
          <a:blip r:embed="rId3"/>
          <a:stretch>
            <a:fillRect/>
          </a:stretch>
        </p:blipFill>
        <p:spPr>
          <a:xfrm>
            <a:off x="8104655" y="359748"/>
            <a:ext cx="688848" cy="798576"/>
          </a:xfrm>
          <a:prstGeom prst="rect">
            <a:avLst/>
          </a:prstGeom>
        </p:spPr>
      </p:pic>
      <p:sp>
        <p:nvSpPr>
          <p:cNvPr id="14" name="Picture Placeholder 2"/>
          <p:cNvSpPr>
            <a:spLocks noGrp="1"/>
          </p:cNvSpPr>
          <p:nvPr>
            <p:ph type="pic" idx="12" hasCustomPrompt="1"/>
          </p:nvPr>
        </p:nvSpPr>
        <p:spPr>
          <a:xfrm>
            <a:off x="252604" y="5786433"/>
            <a:ext cx="3912178" cy="494473"/>
          </a:xfrm>
          <a:prstGeom prst="rect">
            <a:avLst/>
          </a:prstGeom>
        </p:spPr>
        <p:txBody>
          <a:bodyPr/>
          <a:lstStyle>
            <a:lvl1pPr marL="0" indent="0">
              <a:buNone/>
              <a:defRPr sz="1700">
                <a:solidFill>
                  <a:srgbClr val="FFFFFF"/>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Place Product Wordmark here</a:t>
            </a:r>
            <a:endParaRPr lang="en-US" dirty="0"/>
          </a:p>
        </p:txBody>
      </p:sp>
      <p:sp>
        <p:nvSpPr>
          <p:cNvPr id="13" name="Picture Placeholder 2"/>
          <p:cNvSpPr>
            <a:spLocks noGrp="1"/>
          </p:cNvSpPr>
          <p:nvPr>
            <p:ph type="pic" idx="11" hasCustomPrompt="1"/>
          </p:nvPr>
        </p:nvSpPr>
        <p:spPr>
          <a:xfrm>
            <a:off x="261611" y="261219"/>
            <a:ext cx="3912176" cy="558964"/>
          </a:xfrm>
          <a:prstGeom prst="rect">
            <a:avLst/>
          </a:prstGeom>
        </p:spPr>
        <p:txBody>
          <a:bodyPr/>
          <a:lstStyle>
            <a:lvl1pPr marL="0" indent="0">
              <a:buNone/>
              <a:defRPr sz="1700">
                <a:solidFill>
                  <a:srgbClr val="FFFFFF"/>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Solution Suite Wordmark here</a:t>
            </a:r>
            <a:endParaRPr lang="en-US" dirty="0"/>
          </a:p>
        </p:txBody>
      </p:sp>
      <p:sp>
        <p:nvSpPr>
          <p:cNvPr id="15" name="Text Placeholder 6"/>
          <p:cNvSpPr>
            <a:spLocks noGrp="1"/>
          </p:cNvSpPr>
          <p:nvPr>
            <p:ph type="body" sz="quarter" idx="10" hasCustomPrompt="1"/>
          </p:nvPr>
        </p:nvSpPr>
        <p:spPr>
          <a:xfrm>
            <a:off x="251592" y="6113258"/>
            <a:ext cx="3913188" cy="302381"/>
          </a:xfrm>
          <a:prstGeom prst="rect">
            <a:avLst/>
          </a:prstGeom>
        </p:spPr>
        <p:txBody>
          <a:bodyPr/>
          <a:lstStyle>
            <a:lvl1pPr marL="0" indent="0">
              <a:buNone/>
              <a:defRPr sz="1100">
                <a:solidFill>
                  <a:srgbClr val="FFFFFF"/>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smtClean="0"/>
              <a:t>Presented by </a:t>
            </a:r>
            <a:r>
              <a:rPr lang="en-US" dirty="0" err="1" smtClean="0"/>
              <a:t>Firstname</a:t>
            </a:r>
            <a:r>
              <a:rPr lang="en-US" dirty="0" smtClean="0"/>
              <a:t> </a:t>
            </a:r>
            <a:r>
              <a:rPr lang="en-US" dirty="0" err="1" smtClean="0"/>
              <a:t>Lastname</a:t>
            </a:r>
            <a:endParaRPr lang="en-US" dirty="0" smtClean="0"/>
          </a:p>
        </p:txBody>
      </p:sp>
      <p:sp>
        <p:nvSpPr>
          <p:cNvPr id="16" name="Text Placeholder 4"/>
          <p:cNvSpPr>
            <a:spLocks noGrp="1"/>
          </p:cNvSpPr>
          <p:nvPr>
            <p:ph type="body" sz="quarter" idx="13" hasCustomPrompt="1"/>
          </p:nvPr>
        </p:nvSpPr>
        <p:spPr>
          <a:xfrm>
            <a:off x="251592" y="6333820"/>
            <a:ext cx="3913188" cy="266700"/>
          </a:xfrm>
          <a:prstGeom prst="rect">
            <a:avLst/>
          </a:prstGeom>
        </p:spPr>
        <p:txBody>
          <a:bodyPr vert="horz"/>
          <a:lstStyle>
            <a:lvl1pPr marL="0" indent="0">
              <a:buNone/>
              <a:defRPr sz="1100">
                <a:solidFill>
                  <a:srgbClr val="FFFFFF"/>
                </a:solidFill>
                <a:latin typeface="Arial"/>
                <a:cs typeface="Arial"/>
              </a:defRPr>
            </a:lvl1pPr>
          </a:lstStyle>
          <a:p>
            <a:pPr lvl="0"/>
            <a:r>
              <a:rPr lang="en-US" dirty="0" smtClean="0"/>
              <a:t>Date XX_XX_XX</a:t>
            </a:r>
          </a:p>
        </p:txBody>
      </p:sp>
      <p:sp>
        <p:nvSpPr>
          <p:cNvPr id="20" name="Title 1"/>
          <p:cNvSpPr>
            <a:spLocks noGrp="1"/>
          </p:cNvSpPr>
          <p:nvPr>
            <p:ph type="ctrTitle" hasCustomPrompt="1"/>
          </p:nvPr>
        </p:nvSpPr>
        <p:spPr>
          <a:xfrm>
            <a:off x="256745" y="598943"/>
            <a:ext cx="7425926" cy="942147"/>
          </a:xfrm>
          <a:prstGeom prst="rect">
            <a:avLst/>
          </a:prstGeom>
        </p:spPr>
        <p:txBody>
          <a:bodyPr/>
          <a:lstStyle>
            <a:lvl1pPr algn="l">
              <a:lnSpc>
                <a:spcPct val="85000"/>
              </a:lnSpc>
              <a:defRPr sz="3600" baseline="0">
                <a:solidFill>
                  <a:schemeClr val="bg1"/>
                </a:solidFill>
              </a:defRPr>
            </a:lvl1pPr>
          </a:lstStyle>
          <a:p>
            <a:r>
              <a:rPr lang="en-US" dirty="0" smtClean="0"/>
              <a:t>Cover Slide Title and Second Line If Necessary</a:t>
            </a:r>
            <a:endParaRPr lang="en-US" dirty="0"/>
          </a:p>
        </p:txBody>
      </p:sp>
    </p:spTree>
    <p:extLst>
      <p:ext uri="{BB962C8B-B14F-4D97-AF65-F5344CB8AC3E}">
        <p14:creationId xmlns:p14="http://schemas.microsoft.com/office/powerpoint/2010/main" val="659512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1">
    <p:spTree>
      <p:nvGrpSpPr>
        <p:cNvPr id="1" name=""/>
        <p:cNvGrpSpPr/>
        <p:nvPr/>
      </p:nvGrpSpPr>
      <p:grpSpPr>
        <a:xfrm>
          <a:off x="0" y="0"/>
          <a:ext cx="0" cy="0"/>
          <a:chOff x="0" y="0"/>
          <a:chExt cx="0" cy="0"/>
        </a:xfrm>
      </p:grpSpPr>
      <p:pic>
        <p:nvPicPr>
          <p:cNvPr id="12" name="Picture 11" descr="Infoflow_Cover_1.png"/>
          <p:cNvPicPr>
            <a:picLocks noChangeAspect="1"/>
          </p:cNvPicPr>
          <p:nvPr userDrawn="1"/>
        </p:nvPicPr>
        <p:blipFill>
          <a:blip r:embed="rId2"/>
          <a:stretch>
            <a:fillRect/>
          </a:stretch>
        </p:blipFill>
        <p:spPr>
          <a:xfrm>
            <a:off x="0" y="0"/>
            <a:ext cx="9144000" cy="6858000"/>
          </a:xfrm>
          <a:prstGeom prst="rect">
            <a:avLst/>
          </a:prstGeom>
        </p:spPr>
      </p:pic>
      <p:sp>
        <p:nvSpPr>
          <p:cNvPr id="9" name="Text Placeholder 6"/>
          <p:cNvSpPr>
            <a:spLocks noGrp="1"/>
          </p:cNvSpPr>
          <p:nvPr>
            <p:ph type="body" sz="quarter" idx="10" hasCustomPrompt="1"/>
          </p:nvPr>
        </p:nvSpPr>
        <p:spPr>
          <a:xfrm>
            <a:off x="247738" y="6123804"/>
            <a:ext cx="3913188" cy="302381"/>
          </a:xfrm>
          <a:prstGeom prst="rect">
            <a:avLst/>
          </a:prstGeom>
        </p:spPr>
        <p:txBody>
          <a:bodyPr/>
          <a:lstStyle>
            <a:lvl1pPr marL="0" indent="0">
              <a:buNone/>
              <a:defRPr sz="1100">
                <a:solidFill>
                  <a:srgbClr val="FFFFFF"/>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smtClean="0"/>
              <a:t>Presented by </a:t>
            </a:r>
            <a:r>
              <a:rPr lang="en-US" dirty="0" err="1" smtClean="0"/>
              <a:t>Firstname</a:t>
            </a:r>
            <a:r>
              <a:rPr lang="en-US" dirty="0" smtClean="0"/>
              <a:t> </a:t>
            </a:r>
            <a:r>
              <a:rPr lang="en-US" dirty="0" err="1" smtClean="0"/>
              <a:t>Lastname</a:t>
            </a:r>
            <a:endParaRPr lang="en-US" dirty="0" smtClean="0"/>
          </a:p>
        </p:txBody>
      </p:sp>
      <p:sp>
        <p:nvSpPr>
          <p:cNvPr id="5" name="Text Placeholder 4"/>
          <p:cNvSpPr>
            <a:spLocks noGrp="1"/>
          </p:cNvSpPr>
          <p:nvPr>
            <p:ph type="body" sz="quarter" idx="11" hasCustomPrompt="1"/>
          </p:nvPr>
        </p:nvSpPr>
        <p:spPr>
          <a:xfrm>
            <a:off x="256745" y="6314363"/>
            <a:ext cx="3913188" cy="266700"/>
          </a:xfrm>
          <a:prstGeom prst="rect">
            <a:avLst/>
          </a:prstGeom>
        </p:spPr>
        <p:txBody>
          <a:bodyPr vert="horz"/>
          <a:lstStyle>
            <a:lvl1pPr marL="0" indent="0">
              <a:buNone/>
              <a:defRPr sz="1100">
                <a:solidFill>
                  <a:srgbClr val="FFFFFF"/>
                </a:solidFill>
                <a:latin typeface="Arial"/>
                <a:cs typeface="Arial"/>
              </a:defRPr>
            </a:lvl1pPr>
          </a:lstStyle>
          <a:p>
            <a:pPr lvl="0"/>
            <a:r>
              <a:rPr lang="en-US" dirty="0" smtClean="0"/>
              <a:t>Date XX_XX_XX</a:t>
            </a:r>
          </a:p>
        </p:txBody>
      </p:sp>
      <p:sp>
        <p:nvSpPr>
          <p:cNvPr id="11" name="Picture Placeholder 2"/>
          <p:cNvSpPr>
            <a:spLocks noGrp="1"/>
          </p:cNvSpPr>
          <p:nvPr>
            <p:ph type="pic" idx="12" hasCustomPrompt="1"/>
          </p:nvPr>
        </p:nvSpPr>
        <p:spPr>
          <a:xfrm>
            <a:off x="296575" y="274112"/>
            <a:ext cx="4442374" cy="587978"/>
          </a:xfrm>
          <a:prstGeom prst="rect">
            <a:avLst/>
          </a:prstGeom>
        </p:spPr>
        <p:txBody>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Place Product Wordmark here</a:t>
            </a:r>
            <a:endParaRPr lang="en-US" dirty="0"/>
          </a:p>
        </p:txBody>
      </p:sp>
      <p:sp>
        <p:nvSpPr>
          <p:cNvPr id="14" name="Subtitle 2"/>
          <p:cNvSpPr>
            <a:spLocks noGrp="1"/>
          </p:cNvSpPr>
          <p:nvPr>
            <p:ph type="subTitle" idx="1" hasCustomPrompt="1"/>
          </p:nvPr>
        </p:nvSpPr>
        <p:spPr>
          <a:xfrm>
            <a:off x="257756" y="910601"/>
            <a:ext cx="7415253" cy="561235"/>
          </a:xfrm>
          <a:prstGeom prst="rect">
            <a:avLst/>
          </a:prstGeom>
        </p:spPr>
        <p:txBody>
          <a:bodyPr/>
          <a:lstStyle>
            <a:lvl1pPr marL="0" indent="0" algn="l">
              <a:buNone/>
              <a:defRPr sz="1600" baseline="0">
                <a:solidFill>
                  <a:srgbClr val="FFFFFF"/>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Subtitle of Presentation</a:t>
            </a:r>
            <a:br>
              <a:rPr lang="en-US" dirty="0" smtClean="0"/>
            </a:br>
            <a:r>
              <a:rPr lang="en-US" dirty="0" smtClean="0"/>
              <a:t>Second Line If Necessary </a:t>
            </a:r>
            <a:endParaRPr lang="en-US" dirty="0"/>
          </a:p>
        </p:txBody>
      </p:sp>
      <p:pic>
        <p:nvPicPr>
          <p:cNvPr id="13" name="Picture 12" descr="Elsevier_Tree_Logo_White.png"/>
          <p:cNvPicPr>
            <a:picLocks noChangeAspect="1"/>
          </p:cNvPicPr>
          <p:nvPr userDrawn="1"/>
        </p:nvPicPr>
        <p:blipFill>
          <a:blip r:embed="rId3"/>
          <a:stretch>
            <a:fillRect/>
          </a:stretch>
        </p:blipFill>
        <p:spPr>
          <a:xfrm>
            <a:off x="8104655" y="359748"/>
            <a:ext cx="688848" cy="798576"/>
          </a:xfrm>
          <a:prstGeom prst="rect">
            <a:avLst/>
          </a:prstGeom>
        </p:spPr>
      </p:pic>
    </p:spTree>
    <p:extLst>
      <p:ext uri="{BB962C8B-B14F-4D97-AF65-F5344CB8AC3E}">
        <p14:creationId xmlns:p14="http://schemas.microsoft.com/office/powerpoint/2010/main" val="2914454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Content Slide">
    <p:spTree>
      <p:nvGrpSpPr>
        <p:cNvPr id="1" name=""/>
        <p:cNvGrpSpPr/>
        <p:nvPr/>
      </p:nvGrpSpPr>
      <p:grpSpPr>
        <a:xfrm>
          <a:off x="0" y="0"/>
          <a:ext cx="0" cy="0"/>
          <a:chOff x="0" y="0"/>
          <a:chExt cx="0" cy="0"/>
        </a:xfrm>
      </p:grpSpPr>
      <p:sp>
        <p:nvSpPr>
          <p:cNvPr id="3" name="Title 1"/>
          <p:cNvSpPr>
            <a:spLocks noGrp="1"/>
          </p:cNvSpPr>
          <p:nvPr>
            <p:ph type="title"/>
          </p:nvPr>
        </p:nvSpPr>
        <p:spPr>
          <a:xfrm>
            <a:off x="457199" y="705204"/>
            <a:ext cx="8238319" cy="418645"/>
          </a:xfrm>
        </p:spPr>
        <p:txBody>
          <a:bodyPr/>
          <a:lstStyle/>
          <a:p>
            <a:r>
              <a:rPr lang="en-US" dirty="0" smtClean="0"/>
              <a:t>Click to edit Master title style</a:t>
            </a:r>
            <a:endParaRPr lang="en-US" dirty="0"/>
          </a:p>
        </p:txBody>
      </p:sp>
      <p:sp>
        <p:nvSpPr>
          <p:cNvPr id="4" name="Text Placeholder 22"/>
          <p:cNvSpPr>
            <a:spLocks noGrp="1"/>
          </p:cNvSpPr>
          <p:nvPr>
            <p:ph type="body" sz="quarter" idx="16" hasCustomPrompt="1"/>
          </p:nvPr>
        </p:nvSpPr>
        <p:spPr>
          <a:xfrm>
            <a:off x="198599" y="6511446"/>
            <a:ext cx="6672263" cy="227013"/>
          </a:xfrm>
        </p:spPr>
        <p:txBody>
          <a:bodyPr>
            <a:noAutofit/>
          </a:bodyPr>
          <a:lstStyle>
            <a:lvl1pPr>
              <a:buNone/>
              <a:defRPr sz="900"/>
            </a:lvl1pPr>
            <a:lvl2pPr>
              <a:buNone/>
              <a:defRPr sz="1100"/>
            </a:lvl2pPr>
            <a:lvl3pPr>
              <a:buNone/>
              <a:defRPr sz="1100"/>
            </a:lvl3pPr>
            <a:lvl4pPr>
              <a:buNone/>
              <a:defRPr sz="1100"/>
            </a:lvl4pPr>
            <a:lvl5pPr>
              <a:buNone/>
              <a:defRPr sz="1100"/>
            </a:lvl5pPr>
          </a:lstStyle>
          <a:p>
            <a:pPr lvl="0"/>
            <a:r>
              <a:rPr lang="en-US" dirty="0" smtClean="0"/>
              <a:t>Sources &amp; Notes:</a:t>
            </a:r>
            <a:endParaRPr lang="en-US" dirty="0"/>
          </a:p>
        </p:txBody>
      </p:sp>
    </p:spTree>
    <p:extLst>
      <p:ext uri="{BB962C8B-B14F-4D97-AF65-F5344CB8AC3E}">
        <p14:creationId xmlns:p14="http://schemas.microsoft.com/office/powerpoint/2010/main" val="4008020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Box Content Slid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57199" y="705204"/>
            <a:ext cx="8238319" cy="418645"/>
          </a:xfrm>
          <a:prstGeom prst="rect">
            <a:avLst/>
          </a:prstGeom>
        </p:spPr>
        <p:txBody>
          <a:bodyPr vert="horz" lIns="91440" tIns="45720" rIns="91440" bIns="45720" rtlCol="0" anchor="ctr">
            <a:noAutofit/>
          </a:bodyPr>
          <a:lstStyle>
            <a:lvl1pPr>
              <a:defRPr b="1"/>
            </a:lvl1pPr>
          </a:lstStyle>
          <a:p>
            <a:r>
              <a:rPr lang="en-US" dirty="0" smtClean="0"/>
              <a:t>Title of Slide</a:t>
            </a:r>
            <a:endParaRPr lang="en-US" dirty="0"/>
          </a:p>
        </p:txBody>
      </p:sp>
      <p:sp>
        <p:nvSpPr>
          <p:cNvPr id="5" name="Content Placeholder 1"/>
          <p:cNvSpPr>
            <a:spLocks noGrp="1"/>
          </p:cNvSpPr>
          <p:nvPr>
            <p:ph idx="1"/>
          </p:nvPr>
        </p:nvSpPr>
        <p:spPr>
          <a:xfrm>
            <a:off x="457198" y="1500110"/>
            <a:ext cx="8238319" cy="4898146"/>
          </a:xfrm>
        </p:spPr>
        <p:txBody>
          <a:bodyPr/>
          <a:lstStyle>
            <a:lvl1pPr>
              <a:defRPr>
                <a:solidFill>
                  <a:srgbClr val="53565A"/>
                </a:solidFill>
                <a:latin typeface="Arial"/>
                <a:cs typeface="Arial"/>
              </a:defRPr>
            </a:lvl1pPr>
            <a:lvl2pPr>
              <a:defRPr>
                <a:solidFill>
                  <a:srgbClr val="53565A"/>
                </a:solidFill>
                <a:latin typeface="Arial"/>
                <a:cs typeface="Arial"/>
              </a:defRPr>
            </a:lvl2pPr>
            <a:lvl3pPr>
              <a:defRPr>
                <a:solidFill>
                  <a:srgbClr val="53565A"/>
                </a:solidFill>
                <a:latin typeface="Arial"/>
                <a:cs typeface="Arial"/>
              </a:defRPr>
            </a:lvl3pPr>
          </a:lstStyle>
          <a:p>
            <a:pPr lvl="0"/>
            <a:r>
              <a:rPr lang="en-US" dirty="0" smtClean="0"/>
              <a:t>Click to edit Master text styles</a:t>
            </a:r>
          </a:p>
          <a:p>
            <a:pPr lvl="1"/>
            <a:r>
              <a:rPr lang="en-US" dirty="0" smtClean="0"/>
              <a:t>Second level</a:t>
            </a:r>
          </a:p>
          <a:p>
            <a:pPr lvl="2"/>
            <a:r>
              <a:rPr lang="en-US" dirty="0" smtClean="0"/>
              <a:t>Third level</a:t>
            </a:r>
          </a:p>
          <a:p>
            <a:endParaRPr lang="en-US" dirty="0"/>
          </a:p>
        </p:txBody>
      </p:sp>
      <p:sp>
        <p:nvSpPr>
          <p:cNvPr id="7" name="Text Placeholder 22"/>
          <p:cNvSpPr>
            <a:spLocks noGrp="1"/>
          </p:cNvSpPr>
          <p:nvPr>
            <p:ph type="body" sz="quarter" idx="16" hasCustomPrompt="1"/>
          </p:nvPr>
        </p:nvSpPr>
        <p:spPr>
          <a:xfrm>
            <a:off x="198599" y="6511446"/>
            <a:ext cx="6672263" cy="227013"/>
          </a:xfrm>
        </p:spPr>
        <p:txBody>
          <a:bodyPr>
            <a:noAutofit/>
          </a:bodyPr>
          <a:lstStyle>
            <a:lvl1pPr>
              <a:buNone/>
              <a:defRPr sz="900"/>
            </a:lvl1pPr>
            <a:lvl2pPr>
              <a:buNone/>
              <a:defRPr sz="1100"/>
            </a:lvl2pPr>
            <a:lvl3pPr>
              <a:buNone/>
              <a:defRPr sz="1100"/>
            </a:lvl3pPr>
            <a:lvl4pPr>
              <a:buNone/>
              <a:defRPr sz="1100"/>
            </a:lvl4pPr>
            <a:lvl5pPr>
              <a:buNone/>
              <a:defRPr sz="1100"/>
            </a:lvl5pPr>
          </a:lstStyle>
          <a:p>
            <a:pPr lvl="0"/>
            <a:r>
              <a:rPr lang="en-US" dirty="0" smtClean="0"/>
              <a:t>Sources &amp; Notes:</a:t>
            </a:r>
            <a:endParaRPr lang="en-US" dirty="0"/>
          </a:p>
        </p:txBody>
      </p:sp>
    </p:spTree>
    <p:extLst>
      <p:ext uri="{BB962C8B-B14F-4D97-AF65-F5344CB8AC3E}">
        <p14:creationId xmlns:p14="http://schemas.microsoft.com/office/powerpoint/2010/main" val="3614127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Halves Content Slide">
    <p:spTree>
      <p:nvGrpSpPr>
        <p:cNvPr id="1" name=""/>
        <p:cNvGrpSpPr/>
        <p:nvPr/>
      </p:nvGrpSpPr>
      <p:grpSpPr>
        <a:xfrm>
          <a:off x="0" y="0"/>
          <a:ext cx="0" cy="0"/>
          <a:chOff x="0" y="0"/>
          <a:chExt cx="0" cy="0"/>
        </a:xfrm>
      </p:grpSpPr>
      <p:sp>
        <p:nvSpPr>
          <p:cNvPr id="7" name="Content Placeholder 1"/>
          <p:cNvSpPr>
            <a:spLocks noGrp="1"/>
          </p:cNvSpPr>
          <p:nvPr>
            <p:ph idx="1"/>
          </p:nvPr>
        </p:nvSpPr>
        <p:spPr>
          <a:xfrm>
            <a:off x="457199" y="1500110"/>
            <a:ext cx="4012006" cy="4898146"/>
          </a:xfrm>
        </p:spPr>
        <p:txBody>
          <a:bodyPr/>
          <a:lstStyle>
            <a:lvl1pPr>
              <a:defRPr>
                <a:solidFill>
                  <a:srgbClr val="53565A"/>
                </a:solidFill>
                <a:latin typeface="Arial"/>
                <a:cs typeface="Arial"/>
              </a:defRPr>
            </a:lvl1pPr>
            <a:lvl2pPr>
              <a:defRPr>
                <a:solidFill>
                  <a:srgbClr val="53565A"/>
                </a:solidFill>
                <a:latin typeface="Arial"/>
                <a:cs typeface="Arial"/>
              </a:defRPr>
            </a:lvl2pPr>
            <a:lvl3pPr>
              <a:defRPr>
                <a:solidFill>
                  <a:srgbClr val="53565A"/>
                </a:solidFill>
                <a:latin typeface="Arial"/>
                <a:cs typeface="Arial"/>
              </a:defRPr>
            </a:lvl3pPr>
          </a:lstStyle>
          <a:p>
            <a:pPr lvl="0"/>
            <a:r>
              <a:rPr lang="en-US" dirty="0" smtClean="0"/>
              <a:t>Click to edit Master text styles</a:t>
            </a:r>
          </a:p>
          <a:p>
            <a:pPr lvl="1"/>
            <a:r>
              <a:rPr lang="en-US" dirty="0" smtClean="0"/>
              <a:t>Second level</a:t>
            </a:r>
          </a:p>
          <a:p>
            <a:pPr lvl="2"/>
            <a:r>
              <a:rPr lang="en-US" dirty="0" smtClean="0"/>
              <a:t>Third level</a:t>
            </a:r>
          </a:p>
          <a:p>
            <a:endParaRPr lang="en-US" dirty="0"/>
          </a:p>
        </p:txBody>
      </p:sp>
      <p:sp>
        <p:nvSpPr>
          <p:cNvPr id="8" name="Content Placeholder 4"/>
          <p:cNvSpPr>
            <a:spLocks noGrp="1"/>
          </p:cNvSpPr>
          <p:nvPr>
            <p:ph idx="11"/>
          </p:nvPr>
        </p:nvSpPr>
        <p:spPr>
          <a:xfrm>
            <a:off x="4698217" y="1500110"/>
            <a:ext cx="4028595" cy="4898146"/>
          </a:xfrm>
        </p:spPr>
        <p:txBody>
          <a:bodyPr/>
          <a:lstStyle>
            <a:lvl1pPr>
              <a:defRPr>
                <a:solidFill>
                  <a:srgbClr val="53565A"/>
                </a:solidFill>
                <a:latin typeface="Arial"/>
                <a:cs typeface="Arial"/>
              </a:defRPr>
            </a:lvl1pPr>
            <a:lvl2pPr>
              <a:defRPr>
                <a:solidFill>
                  <a:srgbClr val="53565A"/>
                </a:solidFill>
                <a:latin typeface="Arial"/>
                <a:cs typeface="Arial"/>
              </a:defRPr>
            </a:lvl2pPr>
            <a:lvl3pPr>
              <a:defRPr>
                <a:solidFill>
                  <a:srgbClr val="53565A"/>
                </a:solidFill>
                <a:latin typeface="Arial"/>
                <a:cs typeface="Arial"/>
              </a:defRPr>
            </a:lvl3pPr>
          </a:lstStyle>
          <a:p>
            <a:pPr lvl="0"/>
            <a:r>
              <a:rPr lang="en-US" dirty="0" smtClean="0"/>
              <a:t>Click to edit Master text styles</a:t>
            </a:r>
          </a:p>
          <a:p>
            <a:pPr lvl="1"/>
            <a:r>
              <a:rPr lang="en-US" dirty="0" smtClean="0"/>
              <a:t>Second level</a:t>
            </a:r>
          </a:p>
          <a:p>
            <a:pPr lvl="2"/>
            <a:r>
              <a:rPr lang="en-US" dirty="0" smtClean="0"/>
              <a:t>Third level</a:t>
            </a:r>
          </a:p>
          <a:p>
            <a:endParaRPr lang="en-US" dirty="0"/>
          </a:p>
        </p:txBody>
      </p:sp>
      <p:sp>
        <p:nvSpPr>
          <p:cNvPr id="13" name="Title Placeholder 1"/>
          <p:cNvSpPr>
            <a:spLocks noGrp="1"/>
          </p:cNvSpPr>
          <p:nvPr>
            <p:ph type="title"/>
          </p:nvPr>
        </p:nvSpPr>
        <p:spPr>
          <a:xfrm>
            <a:off x="457199" y="705204"/>
            <a:ext cx="8269613" cy="418645"/>
          </a:xfrm>
          <a:prstGeom prst="rect">
            <a:avLst/>
          </a:prstGeom>
        </p:spPr>
        <p:txBody>
          <a:bodyPr vert="horz" lIns="91440" tIns="45720" rIns="91440" bIns="45720" rtlCol="0" anchor="ctr">
            <a:noAutofit/>
          </a:bodyPr>
          <a:lstStyle>
            <a:lvl1pPr>
              <a:defRPr b="1"/>
            </a:lvl1pPr>
          </a:lstStyle>
          <a:p>
            <a:r>
              <a:rPr lang="en-US" dirty="0" smtClean="0"/>
              <a:t>Title of Slide</a:t>
            </a:r>
            <a:endParaRPr lang="en-US" dirty="0"/>
          </a:p>
        </p:txBody>
      </p:sp>
      <p:sp>
        <p:nvSpPr>
          <p:cNvPr id="6" name="Text Placeholder 22"/>
          <p:cNvSpPr>
            <a:spLocks noGrp="1"/>
          </p:cNvSpPr>
          <p:nvPr>
            <p:ph type="body" sz="quarter" idx="16" hasCustomPrompt="1"/>
          </p:nvPr>
        </p:nvSpPr>
        <p:spPr>
          <a:xfrm>
            <a:off x="198599" y="6511446"/>
            <a:ext cx="6672263" cy="227013"/>
          </a:xfrm>
        </p:spPr>
        <p:txBody>
          <a:bodyPr>
            <a:noAutofit/>
          </a:bodyPr>
          <a:lstStyle>
            <a:lvl1pPr>
              <a:buNone/>
              <a:defRPr sz="900"/>
            </a:lvl1pPr>
            <a:lvl2pPr>
              <a:buNone/>
              <a:defRPr sz="1100"/>
            </a:lvl2pPr>
            <a:lvl3pPr>
              <a:buNone/>
              <a:defRPr sz="1100"/>
            </a:lvl3pPr>
            <a:lvl4pPr>
              <a:buNone/>
              <a:defRPr sz="1100"/>
            </a:lvl4pPr>
            <a:lvl5pPr>
              <a:buNone/>
              <a:defRPr sz="1100"/>
            </a:lvl5pPr>
          </a:lstStyle>
          <a:p>
            <a:pPr lvl="0"/>
            <a:r>
              <a:rPr lang="en-US" dirty="0" smtClean="0"/>
              <a:t>Sources &amp; Notes:</a:t>
            </a:r>
            <a:endParaRPr lang="en-US" dirty="0"/>
          </a:p>
        </p:txBody>
      </p:sp>
    </p:spTree>
    <p:extLst>
      <p:ext uri="{BB962C8B-B14F-4D97-AF65-F5344CB8AC3E}">
        <p14:creationId xmlns:p14="http://schemas.microsoft.com/office/powerpoint/2010/main" val="227610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 Title Content Slide">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57199" y="705204"/>
            <a:ext cx="8238319" cy="418645"/>
          </a:xfrm>
          <a:prstGeom prst="rect">
            <a:avLst/>
          </a:prstGeom>
        </p:spPr>
        <p:txBody>
          <a:bodyPr vert="horz" lIns="91440" tIns="45720" rIns="91440" bIns="45720" rtlCol="0" anchor="ctr">
            <a:noAutofit/>
          </a:bodyPr>
          <a:lstStyle>
            <a:lvl1pPr>
              <a:defRPr b="1">
                <a:solidFill>
                  <a:schemeClr val="accent1"/>
                </a:solidFill>
              </a:defRPr>
            </a:lvl1pPr>
          </a:lstStyle>
          <a:p>
            <a:r>
              <a:rPr lang="en-US" dirty="0" smtClean="0"/>
              <a:t>Title of Slide</a:t>
            </a:r>
            <a:endParaRPr lang="en-US" dirty="0"/>
          </a:p>
        </p:txBody>
      </p:sp>
      <p:sp>
        <p:nvSpPr>
          <p:cNvPr id="5" name="Text Placeholder 4"/>
          <p:cNvSpPr>
            <a:spLocks noGrp="1"/>
          </p:cNvSpPr>
          <p:nvPr>
            <p:ph type="body" sz="quarter" idx="10" hasCustomPrompt="1"/>
          </p:nvPr>
        </p:nvSpPr>
        <p:spPr>
          <a:xfrm>
            <a:off x="457200" y="1241714"/>
            <a:ext cx="8238318" cy="350590"/>
          </a:xfrm>
        </p:spPr>
        <p:txBody>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800">
                <a:solidFill>
                  <a:schemeClr val="accent1"/>
                </a:solidFill>
              </a:defRPr>
            </a:lvl1pPr>
          </a:lstStyle>
          <a:p>
            <a:r>
              <a:rPr lang="en-US" sz="1800" dirty="0" smtClean="0"/>
              <a:t>Subtitle of Slide</a:t>
            </a:r>
            <a:endParaRPr lang="en-US" sz="1800" dirty="0"/>
          </a:p>
        </p:txBody>
      </p:sp>
      <p:sp>
        <p:nvSpPr>
          <p:cNvPr id="9" name="Text Placeholder 8"/>
          <p:cNvSpPr>
            <a:spLocks noGrp="1"/>
          </p:cNvSpPr>
          <p:nvPr>
            <p:ph type="body" sz="quarter" idx="11" hasCustomPrompt="1"/>
          </p:nvPr>
        </p:nvSpPr>
        <p:spPr>
          <a:xfrm>
            <a:off x="457198" y="5794654"/>
            <a:ext cx="8238320" cy="370435"/>
          </a:xfrm>
        </p:spPr>
        <p:txBody>
          <a:bodyPr>
            <a:normAutofit/>
          </a:bodyPr>
          <a:lstStyle>
            <a:lvl1pPr marL="0" indent="0">
              <a:buNone/>
              <a:defRPr sz="1300">
                <a:solidFill>
                  <a:srgbClr val="53565A"/>
                </a:solidFill>
              </a:defRPr>
            </a:lvl1pPr>
            <a:lvl2pPr marL="457200" indent="0">
              <a:buNone/>
              <a:defRPr sz="1600">
                <a:latin typeface="Arial"/>
                <a:cs typeface="Arial"/>
              </a:defRPr>
            </a:lvl2pPr>
          </a:lstStyle>
          <a:p>
            <a:pPr lvl="0"/>
            <a:r>
              <a:rPr lang="en-US" dirty="0" smtClean="0"/>
              <a:t>Author Name</a:t>
            </a:r>
            <a:endParaRPr lang="en-US" dirty="0"/>
          </a:p>
        </p:txBody>
      </p:sp>
      <p:sp>
        <p:nvSpPr>
          <p:cNvPr id="18" name="Text Placeholder 17"/>
          <p:cNvSpPr>
            <a:spLocks noGrp="1"/>
          </p:cNvSpPr>
          <p:nvPr>
            <p:ph type="body" sz="quarter" idx="12" hasCustomPrompt="1"/>
          </p:nvPr>
        </p:nvSpPr>
        <p:spPr>
          <a:xfrm>
            <a:off x="457198" y="6165090"/>
            <a:ext cx="8238318" cy="357432"/>
          </a:xfrm>
        </p:spPr>
        <p:txBody>
          <a:bodyPr>
            <a:normAutofit/>
          </a:bodyPr>
          <a:lstStyle>
            <a:lvl1pPr marL="0" indent="0">
              <a:buNone/>
              <a:defRPr sz="1300">
                <a:solidFill>
                  <a:srgbClr val="53565A"/>
                </a:solidFill>
              </a:defRPr>
            </a:lvl1pPr>
          </a:lstStyle>
          <a:p>
            <a:pPr lvl="0"/>
            <a:r>
              <a:rPr lang="en-US" dirty="0" smtClean="0"/>
              <a:t>Click to edit text</a:t>
            </a:r>
            <a:endParaRPr lang="en-US" dirty="0"/>
          </a:p>
        </p:txBody>
      </p:sp>
      <p:sp>
        <p:nvSpPr>
          <p:cNvPr id="8" name="Text Placeholder 22"/>
          <p:cNvSpPr>
            <a:spLocks noGrp="1"/>
          </p:cNvSpPr>
          <p:nvPr>
            <p:ph type="body" sz="quarter" idx="16" hasCustomPrompt="1"/>
          </p:nvPr>
        </p:nvSpPr>
        <p:spPr>
          <a:xfrm>
            <a:off x="198599" y="6511446"/>
            <a:ext cx="6672263" cy="227013"/>
          </a:xfrm>
        </p:spPr>
        <p:txBody>
          <a:bodyPr>
            <a:noAutofit/>
          </a:bodyPr>
          <a:lstStyle>
            <a:lvl1pPr>
              <a:buNone/>
              <a:defRPr sz="900"/>
            </a:lvl1pPr>
            <a:lvl2pPr>
              <a:buNone/>
              <a:defRPr sz="1100"/>
            </a:lvl2pPr>
            <a:lvl3pPr>
              <a:buNone/>
              <a:defRPr sz="1100"/>
            </a:lvl3pPr>
            <a:lvl4pPr>
              <a:buNone/>
              <a:defRPr sz="1100"/>
            </a:lvl4pPr>
            <a:lvl5pPr>
              <a:buNone/>
              <a:defRPr sz="1100"/>
            </a:lvl5pPr>
          </a:lstStyle>
          <a:p>
            <a:pPr lvl="0"/>
            <a:r>
              <a:rPr lang="en-US" dirty="0" smtClean="0"/>
              <a:t>Sources &amp; Notes:</a:t>
            </a:r>
            <a:endParaRPr lang="en-US" dirty="0"/>
          </a:p>
        </p:txBody>
      </p:sp>
      <p:sp>
        <p:nvSpPr>
          <p:cNvPr id="10" name="Content Placeholder 1"/>
          <p:cNvSpPr>
            <a:spLocks noGrp="1"/>
          </p:cNvSpPr>
          <p:nvPr>
            <p:ph idx="17"/>
          </p:nvPr>
        </p:nvSpPr>
        <p:spPr>
          <a:xfrm>
            <a:off x="457198" y="1943072"/>
            <a:ext cx="8238319" cy="3765589"/>
          </a:xfrm>
        </p:spPr>
        <p:txBody>
          <a:bodyPr/>
          <a:lstStyle>
            <a:lvl1pPr>
              <a:defRPr>
                <a:solidFill>
                  <a:srgbClr val="53565A"/>
                </a:solidFill>
                <a:latin typeface="Arial"/>
                <a:cs typeface="Arial"/>
              </a:defRPr>
            </a:lvl1pPr>
            <a:lvl2pPr>
              <a:defRPr>
                <a:solidFill>
                  <a:srgbClr val="53565A"/>
                </a:solidFill>
                <a:latin typeface="Arial"/>
                <a:cs typeface="Arial"/>
              </a:defRPr>
            </a:lvl2pPr>
            <a:lvl3pPr>
              <a:defRPr>
                <a:solidFill>
                  <a:srgbClr val="53565A"/>
                </a:solidFill>
                <a:latin typeface="Arial"/>
                <a:cs typeface="Arial"/>
              </a:defRPr>
            </a:lvl3pPr>
          </a:lstStyle>
          <a:p>
            <a:pPr lvl="0"/>
            <a:r>
              <a:rPr lang="en-US" dirty="0" smtClean="0"/>
              <a:t>Click to edit Master text styles</a:t>
            </a:r>
          </a:p>
          <a:p>
            <a:pPr lvl="1"/>
            <a:r>
              <a:rPr lang="en-US" dirty="0" smtClean="0"/>
              <a:t>Second level</a:t>
            </a:r>
          </a:p>
          <a:p>
            <a:pPr lvl="2"/>
            <a:r>
              <a:rPr lang="en-US" dirty="0" smtClean="0"/>
              <a:t>Third level</a:t>
            </a:r>
          </a:p>
          <a:p>
            <a:endParaRPr lang="en-US" dirty="0"/>
          </a:p>
        </p:txBody>
      </p:sp>
    </p:spTree>
    <p:extLst>
      <p:ext uri="{BB962C8B-B14F-4D97-AF65-F5344CB8AC3E}">
        <p14:creationId xmlns:p14="http://schemas.microsoft.com/office/powerpoint/2010/main" val="3421646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Picture Content Slide">
    <p:spTree>
      <p:nvGrpSpPr>
        <p:cNvPr id="1" name=""/>
        <p:cNvGrpSpPr/>
        <p:nvPr/>
      </p:nvGrpSpPr>
      <p:grpSpPr>
        <a:xfrm>
          <a:off x="0" y="0"/>
          <a:ext cx="0" cy="0"/>
          <a:chOff x="0" y="0"/>
          <a:chExt cx="0" cy="0"/>
        </a:xfrm>
      </p:grpSpPr>
      <p:sp>
        <p:nvSpPr>
          <p:cNvPr id="6" name="Content Placeholder 5"/>
          <p:cNvSpPr>
            <a:spLocks noGrp="1"/>
          </p:cNvSpPr>
          <p:nvPr>
            <p:ph sz="quarter" idx="4"/>
          </p:nvPr>
        </p:nvSpPr>
        <p:spPr>
          <a:xfrm>
            <a:off x="457198" y="5683662"/>
            <a:ext cx="8238320" cy="714593"/>
          </a:xfrm>
          <a:prstGeom prst="rect">
            <a:avLst/>
          </a:prstGeom>
        </p:spPr>
        <p:txBody>
          <a:bodyPr/>
          <a:lstStyle>
            <a:lvl1pPr>
              <a:buNone/>
              <a:defRPr sz="1600">
                <a:solidFill>
                  <a:srgbClr val="53565A"/>
                </a:solidFil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p:txBody>
      </p:sp>
      <p:sp>
        <p:nvSpPr>
          <p:cNvPr id="12" name="Picture Placeholder 2"/>
          <p:cNvSpPr>
            <a:spLocks noGrp="1"/>
          </p:cNvSpPr>
          <p:nvPr>
            <p:ph type="pic" idx="1" hasCustomPrompt="1"/>
          </p:nvPr>
        </p:nvSpPr>
        <p:spPr>
          <a:xfrm>
            <a:off x="457198" y="1500110"/>
            <a:ext cx="8238320" cy="3878033"/>
          </a:xfrm>
          <a:prstGeom prst="rect">
            <a:avLst/>
          </a:prstGeom>
        </p:spPr>
        <p:txBody>
          <a:bodyPr>
            <a:normAutofit/>
          </a:bodyPr>
          <a:lstStyle>
            <a:lvl1pPr marL="0" indent="0" algn="ctr">
              <a:buNone/>
              <a:defRPr sz="24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Place Picture here</a:t>
            </a:r>
            <a:endParaRPr lang="en-US" dirty="0"/>
          </a:p>
        </p:txBody>
      </p:sp>
      <p:sp>
        <p:nvSpPr>
          <p:cNvPr id="8" name="Title Placeholder 1"/>
          <p:cNvSpPr>
            <a:spLocks noGrp="1"/>
          </p:cNvSpPr>
          <p:nvPr>
            <p:ph type="title"/>
          </p:nvPr>
        </p:nvSpPr>
        <p:spPr>
          <a:xfrm>
            <a:off x="457199" y="705204"/>
            <a:ext cx="8238319" cy="418645"/>
          </a:xfrm>
          <a:prstGeom prst="rect">
            <a:avLst/>
          </a:prstGeom>
        </p:spPr>
        <p:txBody>
          <a:bodyPr vert="horz" lIns="91440" tIns="45720" rIns="91440" bIns="45720" rtlCol="0" anchor="ctr">
            <a:noAutofit/>
          </a:bodyPr>
          <a:lstStyle>
            <a:lvl1pPr>
              <a:defRPr b="1"/>
            </a:lvl1pPr>
          </a:lstStyle>
          <a:p>
            <a:r>
              <a:rPr lang="en-US" dirty="0" smtClean="0"/>
              <a:t>Title of Slide</a:t>
            </a:r>
            <a:endParaRPr lang="en-US" dirty="0"/>
          </a:p>
        </p:txBody>
      </p:sp>
      <p:sp>
        <p:nvSpPr>
          <p:cNvPr id="7" name="Text Placeholder 22"/>
          <p:cNvSpPr>
            <a:spLocks noGrp="1"/>
          </p:cNvSpPr>
          <p:nvPr>
            <p:ph type="body" sz="quarter" idx="16" hasCustomPrompt="1"/>
          </p:nvPr>
        </p:nvSpPr>
        <p:spPr>
          <a:xfrm>
            <a:off x="198599" y="6511446"/>
            <a:ext cx="6672263" cy="227013"/>
          </a:xfrm>
        </p:spPr>
        <p:txBody>
          <a:bodyPr>
            <a:noAutofit/>
          </a:bodyPr>
          <a:lstStyle>
            <a:lvl1pPr>
              <a:buNone/>
              <a:defRPr sz="900"/>
            </a:lvl1pPr>
            <a:lvl2pPr>
              <a:buNone/>
              <a:defRPr sz="1100"/>
            </a:lvl2pPr>
            <a:lvl3pPr>
              <a:buNone/>
              <a:defRPr sz="1100"/>
            </a:lvl3pPr>
            <a:lvl4pPr>
              <a:buNone/>
              <a:defRPr sz="1100"/>
            </a:lvl4pPr>
            <a:lvl5pPr>
              <a:buNone/>
              <a:defRPr sz="1100"/>
            </a:lvl5pPr>
          </a:lstStyle>
          <a:p>
            <a:pPr lvl="0"/>
            <a:r>
              <a:rPr lang="en-US" dirty="0" smtClean="0"/>
              <a:t>Sources &amp; Notes:</a:t>
            </a:r>
            <a:endParaRPr lang="en-US" dirty="0"/>
          </a:p>
        </p:txBody>
      </p:sp>
    </p:spTree>
    <p:extLst>
      <p:ext uri="{BB962C8B-B14F-4D97-AF65-F5344CB8AC3E}">
        <p14:creationId xmlns:p14="http://schemas.microsoft.com/office/powerpoint/2010/main" val="1011437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s &amp; Text Content Slide">
    <p:spTree>
      <p:nvGrpSpPr>
        <p:cNvPr id="1" name=""/>
        <p:cNvGrpSpPr/>
        <p:nvPr/>
      </p:nvGrpSpPr>
      <p:grpSpPr>
        <a:xfrm>
          <a:off x="0" y="0"/>
          <a:ext cx="0" cy="0"/>
          <a:chOff x="0" y="0"/>
          <a:chExt cx="0" cy="0"/>
        </a:xfrm>
      </p:grpSpPr>
      <p:sp>
        <p:nvSpPr>
          <p:cNvPr id="7" name="Picture Placeholder 6"/>
          <p:cNvSpPr>
            <a:spLocks noGrp="1"/>
          </p:cNvSpPr>
          <p:nvPr>
            <p:ph type="pic" sz="quarter" idx="11"/>
          </p:nvPr>
        </p:nvSpPr>
        <p:spPr>
          <a:xfrm>
            <a:off x="101600" y="1494886"/>
            <a:ext cx="2806700" cy="2209800"/>
          </a:xfrm>
          <a:prstGeom prst="rect">
            <a:avLst/>
          </a:prstGeom>
        </p:spPr>
        <p:txBody>
          <a:bodyPr/>
          <a:lstStyle/>
          <a:p>
            <a:endParaRPr lang="en-GB" dirty="0"/>
          </a:p>
        </p:txBody>
      </p:sp>
      <p:sp>
        <p:nvSpPr>
          <p:cNvPr id="10" name="Picture Placeholder 6"/>
          <p:cNvSpPr>
            <a:spLocks noGrp="1"/>
          </p:cNvSpPr>
          <p:nvPr>
            <p:ph type="pic" sz="quarter" idx="12"/>
          </p:nvPr>
        </p:nvSpPr>
        <p:spPr>
          <a:xfrm>
            <a:off x="6076950" y="1494886"/>
            <a:ext cx="2806700" cy="2209800"/>
          </a:xfrm>
          <a:prstGeom prst="rect">
            <a:avLst/>
          </a:prstGeom>
        </p:spPr>
        <p:txBody>
          <a:bodyPr/>
          <a:lstStyle/>
          <a:p>
            <a:endParaRPr lang="en-GB" dirty="0"/>
          </a:p>
        </p:txBody>
      </p:sp>
      <p:sp>
        <p:nvSpPr>
          <p:cNvPr id="11" name="Picture Placeholder 6"/>
          <p:cNvSpPr>
            <a:spLocks noGrp="1"/>
          </p:cNvSpPr>
          <p:nvPr>
            <p:ph type="pic" sz="quarter" idx="13"/>
          </p:nvPr>
        </p:nvSpPr>
        <p:spPr>
          <a:xfrm>
            <a:off x="3089275" y="1494886"/>
            <a:ext cx="2806700" cy="2209800"/>
          </a:xfrm>
          <a:prstGeom prst="rect">
            <a:avLst/>
          </a:prstGeom>
        </p:spPr>
        <p:txBody>
          <a:bodyPr/>
          <a:lstStyle/>
          <a:p>
            <a:endParaRPr lang="en-GB" dirty="0"/>
          </a:p>
        </p:txBody>
      </p:sp>
      <p:sp>
        <p:nvSpPr>
          <p:cNvPr id="9" name="Picture Placeholder 8"/>
          <p:cNvSpPr>
            <a:spLocks noGrp="1"/>
          </p:cNvSpPr>
          <p:nvPr>
            <p:ph type="pic" sz="quarter" idx="14"/>
          </p:nvPr>
        </p:nvSpPr>
        <p:spPr>
          <a:xfrm>
            <a:off x="126208" y="3872962"/>
            <a:ext cx="2782092" cy="2235737"/>
          </a:xfrm>
          <a:prstGeom prst="rect">
            <a:avLst/>
          </a:prstGeom>
        </p:spPr>
        <p:txBody>
          <a:bodyPr/>
          <a:lstStyle/>
          <a:p>
            <a:endParaRPr lang="en-GB" dirty="0"/>
          </a:p>
        </p:txBody>
      </p:sp>
      <p:sp>
        <p:nvSpPr>
          <p:cNvPr id="14" name="Picture Placeholder 8"/>
          <p:cNvSpPr>
            <a:spLocks noGrp="1"/>
          </p:cNvSpPr>
          <p:nvPr>
            <p:ph type="pic" sz="quarter" idx="15"/>
          </p:nvPr>
        </p:nvSpPr>
        <p:spPr>
          <a:xfrm>
            <a:off x="3113883" y="3890421"/>
            <a:ext cx="2782092" cy="2235737"/>
          </a:xfrm>
          <a:prstGeom prst="rect">
            <a:avLst/>
          </a:prstGeom>
        </p:spPr>
        <p:txBody>
          <a:bodyPr/>
          <a:lstStyle/>
          <a:p>
            <a:endParaRPr lang="en-GB" dirty="0"/>
          </a:p>
        </p:txBody>
      </p:sp>
      <p:sp>
        <p:nvSpPr>
          <p:cNvPr id="16" name="Picture Placeholder 8"/>
          <p:cNvSpPr>
            <a:spLocks noGrp="1"/>
          </p:cNvSpPr>
          <p:nvPr>
            <p:ph type="pic" sz="quarter" idx="16"/>
          </p:nvPr>
        </p:nvSpPr>
        <p:spPr>
          <a:xfrm>
            <a:off x="6076950" y="3890420"/>
            <a:ext cx="2782092" cy="2235737"/>
          </a:xfrm>
          <a:prstGeom prst="rect">
            <a:avLst/>
          </a:prstGeom>
        </p:spPr>
        <p:txBody>
          <a:bodyPr/>
          <a:lstStyle/>
          <a:p>
            <a:endParaRPr lang="en-GB" dirty="0"/>
          </a:p>
        </p:txBody>
      </p:sp>
      <p:sp>
        <p:nvSpPr>
          <p:cNvPr id="12" name="Text Placeholder 22"/>
          <p:cNvSpPr>
            <a:spLocks noGrp="1"/>
          </p:cNvSpPr>
          <p:nvPr>
            <p:ph type="body" sz="quarter" idx="17" hasCustomPrompt="1"/>
          </p:nvPr>
        </p:nvSpPr>
        <p:spPr>
          <a:xfrm>
            <a:off x="198599" y="6511446"/>
            <a:ext cx="6672263" cy="227013"/>
          </a:xfrm>
        </p:spPr>
        <p:txBody>
          <a:bodyPr>
            <a:noAutofit/>
          </a:bodyPr>
          <a:lstStyle>
            <a:lvl1pPr>
              <a:buNone/>
              <a:defRPr sz="900"/>
            </a:lvl1pPr>
            <a:lvl2pPr>
              <a:buNone/>
              <a:defRPr sz="1100"/>
            </a:lvl2pPr>
            <a:lvl3pPr>
              <a:buNone/>
              <a:defRPr sz="1100"/>
            </a:lvl3pPr>
            <a:lvl4pPr>
              <a:buNone/>
              <a:defRPr sz="1100"/>
            </a:lvl4pPr>
            <a:lvl5pPr>
              <a:buNone/>
              <a:defRPr sz="1100"/>
            </a:lvl5pPr>
          </a:lstStyle>
          <a:p>
            <a:pPr lvl="0"/>
            <a:r>
              <a:rPr lang="en-US" dirty="0" smtClean="0"/>
              <a:t>Sources &amp; Notes:</a:t>
            </a:r>
            <a:endParaRPr lang="en-US" dirty="0"/>
          </a:p>
        </p:txBody>
      </p:sp>
      <p:sp>
        <p:nvSpPr>
          <p:cNvPr id="13" name="Title 1"/>
          <p:cNvSpPr>
            <a:spLocks noGrp="1"/>
          </p:cNvSpPr>
          <p:nvPr>
            <p:ph type="title"/>
          </p:nvPr>
        </p:nvSpPr>
        <p:spPr>
          <a:xfrm>
            <a:off x="457199" y="705204"/>
            <a:ext cx="8238319" cy="418645"/>
          </a:xfrm>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837373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2" name="Picture 11" descr="Infoflow_Appendix_1.png"/>
          <p:cNvPicPr>
            <a:picLocks noChangeAspect="1"/>
          </p:cNvPicPr>
          <p:nvPr userDrawn="1"/>
        </p:nvPicPr>
        <p:blipFill>
          <a:blip r:embed="rId2"/>
          <a:stretch>
            <a:fillRect/>
          </a:stretch>
        </p:blipFill>
        <p:spPr>
          <a:xfrm>
            <a:off x="0" y="0"/>
            <a:ext cx="9144000" cy="6858000"/>
          </a:xfrm>
          <a:prstGeom prst="rect">
            <a:avLst/>
          </a:prstGeom>
        </p:spPr>
      </p:pic>
      <p:sp>
        <p:nvSpPr>
          <p:cNvPr id="10" name="Text Placeholder 10"/>
          <p:cNvSpPr>
            <a:spLocks noGrp="1"/>
          </p:cNvSpPr>
          <p:nvPr>
            <p:ph type="body" sz="quarter" idx="12" hasCustomPrompt="1"/>
          </p:nvPr>
        </p:nvSpPr>
        <p:spPr>
          <a:xfrm>
            <a:off x="254909" y="3355412"/>
            <a:ext cx="8538594" cy="1718018"/>
          </a:xfrm>
          <a:prstGeom prst="rect">
            <a:avLst/>
          </a:prstGeom>
        </p:spPr>
        <p:txBody>
          <a:bodyPr vert="horz"/>
          <a:lstStyle>
            <a:lvl1pPr>
              <a:buNone/>
              <a:defRPr sz="1600" baseline="0">
                <a:solidFill>
                  <a:srgbClr val="FFFFFF"/>
                </a:solidFill>
              </a:defRPr>
            </a:lvl1pPr>
            <a:lvl2pPr>
              <a:buNone/>
              <a:defRPr sz="1600"/>
            </a:lvl2pPr>
            <a:lvl3pPr>
              <a:buNone/>
              <a:defRPr sz="1600"/>
            </a:lvl3pPr>
            <a:lvl4pPr>
              <a:buNone/>
              <a:defRPr sz="1600"/>
            </a:lvl4pPr>
            <a:lvl5pPr>
              <a:buNone/>
              <a:defRPr sz="1600"/>
            </a:lvl5pPr>
          </a:lstStyle>
          <a:p>
            <a:pPr lvl="0"/>
            <a:r>
              <a:rPr lang="en-US" dirty="0" smtClean="0"/>
              <a:t>Add section intro text here</a:t>
            </a:r>
          </a:p>
        </p:txBody>
      </p:sp>
      <p:sp>
        <p:nvSpPr>
          <p:cNvPr id="11" name="Text Placeholder 12"/>
          <p:cNvSpPr>
            <a:spLocks noGrp="1"/>
          </p:cNvSpPr>
          <p:nvPr>
            <p:ph type="body" sz="quarter" idx="13" hasCustomPrompt="1"/>
          </p:nvPr>
        </p:nvSpPr>
        <p:spPr>
          <a:xfrm>
            <a:off x="262967" y="2799018"/>
            <a:ext cx="8530535" cy="638704"/>
          </a:xfrm>
          <a:prstGeom prst="rect">
            <a:avLst/>
          </a:prstGeom>
        </p:spPr>
        <p:txBody>
          <a:bodyPr vert="horz"/>
          <a:lstStyle>
            <a:lvl1pPr>
              <a:buNone/>
              <a:defRPr sz="3600">
                <a:solidFill>
                  <a:srgbClr val="FFFFFF"/>
                </a:solidFill>
              </a:defRPr>
            </a:lvl1pPr>
            <a:lvl2pPr>
              <a:buNone/>
              <a:defRPr sz="3600"/>
            </a:lvl2pPr>
            <a:lvl3pPr>
              <a:buNone/>
              <a:defRPr sz="3600"/>
            </a:lvl3pPr>
            <a:lvl4pPr>
              <a:buNone/>
              <a:defRPr sz="3600"/>
            </a:lvl4pPr>
            <a:lvl5pPr>
              <a:buNone/>
              <a:defRPr sz="3600"/>
            </a:lvl5pPr>
          </a:lstStyle>
          <a:p>
            <a:pPr lvl="0"/>
            <a:r>
              <a:rPr lang="en-US" dirty="0" smtClean="0"/>
              <a:t>Section Title</a:t>
            </a:r>
            <a:endParaRPr lang="en-US" dirty="0"/>
          </a:p>
        </p:txBody>
      </p:sp>
      <p:pic>
        <p:nvPicPr>
          <p:cNvPr id="9" name="Picture 8" descr="Elsevier_Tree_Logo_2C.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04655" y="359801"/>
            <a:ext cx="688802" cy="798523"/>
          </a:xfrm>
          <a:prstGeom prst="rect">
            <a:avLst/>
          </a:prstGeom>
        </p:spPr>
      </p:pic>
    </p:spTree>
    <p:extLst>
      <p:ext uri="{BB962C8B-B14F-4D97-AF65-F5344CB8AC3E}">
        <p14:creationId xmlns:p14="http://schemas.microsoft.com/office/powerpoint/2010/main" val="2892300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4" name="Picture 13" descr="Infoflow_Appendix_1.png"/>
          <p:cNvPicPr>
            <a:picLocks noChangeAspect="1"/>
          </p:cNvPicPr>
          <p:nvPr userDrawn="1"/>
        </p:nvPicPr>
        <p:blipFill>
          <a:blip r:embed="rId2"/>
          <a:stretch>
            <a:fillRect/>
          </a:stretch>
        </p:blipFill>
        <p:spPr>
          <a:xfrm>
            <a:off x="0" y="0"/>
            <a:ext cx="9144000" cy="6858000"/>
          </a:xfrm>
          <a:prstGeom prst="rect">
            <a:avLst/>
          </a:prstGeom>
        </p:spPr>
      </p:pic>
      <p:sp>
        <p:nvSpPr>
          <p:cNvPr id="11" name="Text Placeholder 10"/>
          <p:cNvSpPr>
            <a:spLocks noGrp="1"/>
          </p:cNvSpPr>
          <p:nvPr>
            <p:ph type="body" sz="quarter" idx="12"/>
          </p:nvPr>
        </p:nvSpPr>
        <p:spPr>
          <a:xfrm>
            <a:off x="254908" y="3470899"/>
            <a:ext cx="8653159" cy="1718018"/>
          </a:xfrm>
          <a:prstGeom prst="rect">
            <a:avLst/>
          </a:prstGeom>
        </p:spPr>
        <p:txBody>
          <a:bodyPr vert="horz"/>
          <a:lstStyle>
            <a:lvl1pPr>
              <a:buNone/>
              <a:defRPr sz="1600">
                <a:solidFill>
                  <a:srgbClr val="FFFFFF"/>
                </a:solidFill>
              </a:defRPr>
            </a:lvl1pPr>
            <a:lvl2pPr>
              <a:buNone/>
              <a:defRPr sz="1600"/>
            </a:lvl2pPr>
            <a:lvl3pPr>
              <a:buNone/>
              <a:defRPr sz="1600"/>
            </a:lvl3pPr>
            <a:lvl4pPr>
              <a:buNone/>
              <a:defRPr sz="1600"/>
            </a:lvl4pPr>
            <a:lvl5pPr>
              <a:buNone/>
              <a:defRPr sz="1600"/>
            </a:lvl5pPr>
          </a:lstStyle>
          <a:p>
            <a:pPr lvl="0"/>
            <a:r>
              <a:rPr lang="en-US" dirty="0" smtClean="0"/>
              <a:t>Click to edit Master text styles</a:t>
            </a:r>
          </a:p>
        </p:txBody>
      </p:sp>
      <p:sp>
        <p:nvSpPr>
          <p:cNvPr id="13" name="Text Placeholder 12"/>
          <p:cNvSpPr>
            <a:spLocks noGrp="1"/>
          </p:cNvSpPr>
          <p:nvPr>
            <p:ph type="body" sz="quarter" idx="13" hasCustomPrompt="1"/>
          </p:nvPr>
        </p:nvSpPr>
        <p:spPr>
          <a:xfrm>
            <a:off x="254147" y="2795675"/>
            <a:ext cx="8653919" cy="638704"/>
          </a:xfrm>
          <a:prstGeom prst="rect">
            <a:avLst/>
          </a:prstGeom>
        </p:spPr>
        <p:txBody>
          <a:bodyPr vert="horz"/>
          <a:lstStyle>
            <a:lvl1pPr>
              <a:buNone/>
              <a:defRPr sz="3600">
                <a:solidFill>
                  <a:srgbClr val="FFFFFF"/>
                </a:solidFill>
              </a:defRPr>
            </a:lvl1pPr>
            <a:lvl2pPr>
              <a:buNone/>
              <a:defRPr sz="3600"/>
            </a:lvl2pPr>
            <a:lvl3pPr>
              <a:buNone/>
              <a:defRPr sz="3600"/>
            </a:lvl3pPr>
            <a:lvl4pPr>
              <a:buNone/>
              <a:defRPr sz="3600"/>
            </a:lvl4pPr>
            <a:lvl5pPr>
              <a:buNone/>
              <a:defRPr sz="3600"/>
            </a:lvl5pPr>
          </a:lstStyle>
          <a:p>
            <a:pPr lvl="0"/>
            <a:r>
              <a:rPr lang="en-US" dirty="0" smtClean="0"/>
              <a:t>Appendix</a:t>
            </a:r>
            <a:endParaRPr lang="en-US" dirty="0"/>
          </a:p>
        </p:txBody>
      </p:sp>
      <p:pic>
        <p:nvPicPr>
          <p:cNvPr id="7" name="Picture 6" descr="Elsevier_Tree_Logo_2C.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04655" y="359801"/>
            <a:ext cx="688802" cy="798523"/>
          </a:xfrm>
          <a:prstGeom prst="rect">
            <a:avLst/>
          </a:prstGeom>
        </p:spPr>
      </p:pic>
    </p:spTree>
    <p:extLst>
      <p:ext uri="{BB962C8B-B14F-4D97-AF65-F5344CB8AC3E}">
        <p14:creationId xmlns:p14="http://schemas.microsoft.com/office/powerpoint/2010/main" val="3721144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6"/>
          <p:cNvSpPr>
            <a:spLocks noGrp="1" noChangeArrowheads="1"/>
          </p:cNvSpPr>
          <p:nvPr>
            <p:ph type="sldNum" sz="quarter" idx="10"/>
          </p:nvPr>
        </p:nvSpPr>
        <p:spPr>
          <a:xfrm>
            <a:off x="6248400" y="6607175"/>
            <a:ext cx="2743200" cy="228600"/>
          </a:xfrm>
          <a:prstGeom prst="rect">
            <a:avLst/>
          </a:prstGeom>
          <a:ln/>
        </p:spPr>
        <p:txBody>
          <a:bodyPr/>
          <a:lstStyle>
            <a:lvl1pPr>
              <a:defRPr/>
            </a:lvl1pPr>
          </a:lstStyle>
          <a:p>
            <a:pPr>
              <a:defRPr/>
            </a:pPr>
            <a:fld id="{2446B0F3-818A-4AD5-9375-A3DC8D3F3699}" type="slidenum">
              <a:rPr lang="en-GB">
                <a:solidFill>
                  <a:prstClr val="white"/>
                </a:solidFill>
              </a:rPr>
              <a:pPr>
                <a:defRPr/>
              </a:pPr>
              <a:t>‹#›</a:t>
            </a:fld>
            <a:endParaRPr lang="en-GB" dirty="0">
              <a:solidFill>
                <a:prstClr val="white"/>
              </a:solidFill>
            </a:endParaRPr>
          </a:p>
        </p:txBody>
      </p:sp>
    </p:spTree>
    <p:extLst>
      <p:ext uri="{BB962C8B-B14F-4D97-AF65-F5344CB8AC3E}">
        <p14:creationId xmlns:p14="http://schemas.microsoft.com/office/powerpoint/2010/main" val="6384887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4203A0D8-A90E-4773-A8AC-34C7C4F4A330}" type="datetimeFigureOut">
              <a:rPr lang="en-US" smtClean="0"/>
              <a:t>10/3/2016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91B45A20-1698-4819-A541-E80E28B7925A}" type="slidenum">
              <a:rPr lang="en-US" smtClean="0"/>
              <a:t>‹#›</a:t>
            </a:fld>
            <a:endParaRPr lang="en-US" dirty="0"/>
          </a:p>
        </p:txBody>
      </p:sp>
    </p:spTree>
    <p:extLst>
      <p:ext uri="{BB962C8B-B14F-4D97-AF65-F5344CB8AC3E}">
        <p14:creationId xmlns:p14="http://schemas.microsoft.com/office/powerpoint/2010/main" val="2879618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header.jpg"/>
          <p:cNvPicPr>
            <a:picLocks noChangeAspect="1"/>
          </p:cNvPicPr>
          <p:nvPr userDrawn="1"/>
        </p:nvPicPr>
        <p:blipFill>
          <a:blip r:embed="rId15"/>
          <a:stretch>
            <a:fillRect/>
          </a:stretch>
        </p:blipFill>
        <p:spPr>
          <a:xfrm>
            <a:off x="0" y="0"/>
            <a:ext cx="9144000" cy="375646"/>
          </a:xfrm>
          <a:prstGeom prst="rect">
            <a:avLst/>
          </a:prstGeom>
        </p:spPr>
      </p:pic>
      <p:sp>
        <p:nvSpPr>
          <p:cNvPr id="13" name="Title Placeholder 1"/>
          <p:cNvSpPr>
            <a:spLocks noGrp="1"/>
          </p:cNvSpPr>
          <p:nvPr>
            <p:ph type="title"/>
          </p:nvPr>
        </p:nvSpPr>
        <p:spPr>
          <a:xfrm>
            <a:off x="457199" y="705204"/>
            <a:ext cx="8238319" cy="418645"/>
          </a:xfrm>
          <a:prstGeom prst="rect">
            <a:avLst/>
          </a:prstGeom>
        </p:spPr>
        <p:txBody>
          <a:bodyPr vert="horz" lIns="91440" tIns="45720" rIns="91440" bIns="45720" rtlCol="0" anchor="ctr">
            <a:noAutofit/>
          </a:bodyPr>
          <a:lstStyle/>
          <a:p>
            <a:r>
              <a:rPr lang="en-US" dirty="0" smtClean="0"/>
              <a:t>Title of Slide</a:t>
            </a:r>
            <a:endParaRPr lang="en-US" dirty="0"/>
          </a:p>
        </p:txBody>
      </p:sp>
      <p:sp>
        <p:nvSpPr>
          <p:cNvPr id="14" name="Text Placeholder 8"/>
          <p:cNvSpPr>
            <a:spLocks noGrp="1"/>
          </p:cNvSpPr>
          <p:nvPr>
            <p:ph type="body" idx="1"/>
          </p:nvPr>
        </p:nvSpPr>
        <p:spPr>
          <a:xfrm>
            <a:off x="457200" y="1500110"/>
            <a:ext cx="8238318" cy="4898146"/>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p>
          <a:p>
            <a:pPr lvl="8"/>
            <a:endParaRPr lang="en-US" dirty="0" smtClean="0"/>
          </a:p>
        </p:txBody>
      </p:sp>
      <p:sp>
        <p:nvSpPr>
          <p:cNvPr id="8" name="TextBox 7"/>
          <p:cNvSpPr txBox="1"/>
          <p:nvPr userDrawn="1"/>
        </p:nvSpPr>
        <p:spPr>
          <a:xfrm>
            <a:off x="8306750" y="70007"/>
            <a:ext cx="592667" cy="200055"/>
          </a:xfrm>
          <a:prstGeom prst="rect">
            <a:avLst/>
          </a:prstGeom>
          <a:noFill/>
        </p:spPr>
        <p:txBody>
          <a:bodyPr wrap="square" rtlCol="0">
            <a:spAutoFit/>
          </a:bodyPr>
          <a:lstStyle/>
          <a:p>
            <a:pPr algn="r" defTabSz="457200"/>
            <a:r>
              <a:rPr lang="en-US" sz="700" b="1" dirty="0">
                <a:solidFill>
                  <a:prstClr val="white"/>
                </a:solidFill>
                <a:cs typeface="Arial" pitchFamily="34" charset="0"/>
              </a:rPr>
              <a:t>|  </a:t>
            </a:r>
            <a:fld id="{0458CB15-4049-3E44-A91F-E9E0F94EC727}" type="slidenum">
              <a:rPr lang="en-US" sz="700" b="1">
                <a:solidFill>
                  <a:prstClr val="white"/>
                </a:solidFill>
                <a:cs typeface="Arial" pitchFamily="34" charset="0"/>
              </a:rPr>
              <a:pPr algn="r" defTabSz="457200"/>
              <a:t>‹#›</a:t>
            </a:fld>
            <a:endParaRPr lang="en-US" sz="700" b="1" dirty="0">
              <a:solidFill>
                <a:prstClr val="white"/>
              </a:solidFill>
              <a:cs typeface="Arial" pitchFamily="34" charset="0"/>
            </a:endParaRPr>
          </a:p>
        </p:txBody>
      </p:sp>
    </p:spTree>
    <p:extLst>
      <p:ext uri="{BB962C8B-B14F-4D97-AF65-F5344CB8AC3E}">
        <p14:creationId xmlns:p14="http://schemas.microsoft.com/office/powerpoint/2010/main" val="4042944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457200" rtl="0" eaLnBrk="1" latinLnBrk="0" hangingPunct="1">
        <a:spcBef>
          <a:spcPct val="0"/>
        </a:spcBef>
        <a:buNone/>
        <a:defRPr sz="2400" b="1" i="0" kern="1200">
          <a:solidFill>
            <a:schemeClr val="accent1"/>
          </a:solidFill>
          <a:latin typeface="Arial Bold"/>
          <a:ea typeface="+mj-ea"/>
          <a:cs typeface="Arial Bold"/>
        </a:defRPr>
      </a:lvl1pPr>
    </p:titleStyle>
    <p:bodyStyle>
      <a:lvl1pPr marL="342900" indent="-256032" algn="l" defTabSz="457200" rtl="0" eaLnBrk="1" latinLnBrk="0" hangingPunct="1">
        <a:spcBef>
          <a:spcPct val="20000"/>
        </a:spcBef>
        <a:buFont typeface="Arial"/>
        <a:buChar char="•"/>
        <a:defRPr sz="2000" kern="1200">
          <a:solidFill>
            <a:srgbClr val="53565A"/>
          </a:solidFill>
          <a:latin typeface="Arial"/>
          <a:ea typeface="+mn-ea"/>
          <a:cs typeface="Arial"/>
        </a:defRPr>
      </a:lvl1pPr>
      <a:lvl2pPr marL="742950" indent="-285750" algn="l" defTabSz="457200" rtl="0" eaLnBrk="1" latinLnBrk="0" hangingPunct="1">
        <a:spcBef>
          <a:spcPct val="20000"/>
        </a:spcBef>
        <a:buSzPct val="80000"/>
        <a:buFont typeface="Arial" pitchFamily="34" charset="0"/>
        <a:buChar char="-"/>
        <a:defRPr sz="1800" kern="1200">
          <a:solidFill>
            <a:srgbClr val="53565A"/>
          </a:solidFill>
          <a:latin typeface="Arial"/>
          <a:ea typeface="+mn-ea"/>
          <a:cs typeface="+mn-cs"/>
        </a:defRPr>
      </a:lvl2pPr>
      <a:lvl3pPr marL="1143000" indent="-228600" algn="l" defTabSz="457200" rtl="0" eaLnBrk="1" latinLnBrk="0" hangingPunct="1">
        <a:spcBef>
          <a:spcPct val="20000"/>
        </a:spcBef>
        <a:buSzPct val="90000"/>
        <a:buFont typeface="Courier New" pitchFamily="49" charset="0"/>
        <a:buChar char="o"/>
        <a:defRPr sz="1600" kern="1200">
          <a:solidFill>
            <a:srgbClr val="53565A"/>
          </a:solidFill>
          <a:latin typeface="Arial"/>
          <a:ea typeface="+mn-ea"/>
          <a:cs typeface="+mn-cs"/>
        </a:defRPr>
      </a:lvl3pPr>
      <a:lvl4pPr marL="1600200" indent="-228600" algn="l" defTabSz="457200" rtl="0" eaLnBrk="1" latinLnBrk="0" hangingPunct="1">
        <a:spcBef>
          <a:spcPct val="20000"/>
        </a:spcBef>
        <a:buSzPct val="90000"/>
        <a:buFont typeface="Courier New"/>
        <a:buChar char="o"/>
        <a:defRPr sz="1600" kern="1200">
          <a:solidFill>
            <a:srgbClr val="53565A"/>
          </a:solidFill>
          <a:latin typeface="Arial"/>
          <a:ea typeface="+mn-ea"/>
          <a:cs typeface="+mn-cs"/>
        </a:defRPr>
      </a:lvl4pPr>
      <a:lvl5pPr marL="2057400" indent="-228600" algn="l" defTabSz="457200" rtl="0" eaLnBrk="1" latinLnBrk="0" hangingPunct="1">
        <a:spcBef>
          <a:spcPct val="20000"/>
        </a:spcBef>
        <a:buSzPct val="90000"/>
        <a:buFont typeface="Courier New"/>
        <a:buChar char="o"/>
        <a:defRPr sz="1600" kern="1200">
          <a:solidFill>
            <a:srgbClr val="53565A"/>
          </a:solidFill>
          <a:latin typeface="Arial"/>
          <a:ea typeface="+mn-ea"/>
          <a:cs typeface="+mn-cs"/>
        </a:defRPr>
      </a:lvl5pPr>
      <a:lvl6pPr marL="2514600" indent="-228600" algn="l" defTabSz="457200" rtl="0" eaLnBrk="1" latinLnBrk="0" hangingPunct="1">
        <a:spcBef>
          <a:spcPct val="20000"/>
        </a:spcBef>
        <a:buSzPct val="90000"/>
        <a:buFont typeface="Courier New"/>
        <a:buChar char="o"/>
        <a:defRPr sz="1600" kern="1200">
          <a:solidFill>
            <a:srgbClr val="53565A"/>
          </a:solidFill>
          <a:latin typeface="Arial"/>
          <a:ea typeface="+mn-ea"/>
          <a:cs typeface="+mn-cs"/>
        </a:defRPr>
      </a:lvl6pPr>
      <a:lvl7pPr marL="2971800" indent="-228600" algn="l" defTabSz="457200" rtl="0" eaLnBrk="1" latinLnBrk="0" hangingPunct="1">
        <a:spcBef>
          <a:spcPct val="20000"/>
        </a:spcBef>
        <a:buSzPct val="90000"/>
        <a:buFont typeface="Courier New"/>
        <a:buChar char="o"/>
        <a:defRPr sz="1600" kern="1200">
          <a:solidFill>
            <a:srgbClr val="53565A"/>
          </a:solidFill>
          <a:latin typeface="Arial"/>
          <a:ea typeface="+mn-ea"/>
          <a:cs typeface="+mn-cs"/>
        </a:defRPr>
      </a:lvl7pPr>
      <a:lvl8pPr marL="3429000" indent="-228600" algn="l" defTabSz="457200" rtl="0" eaLnBrk="1" latinLnBrk="0" hangingPunct="1">
        <a:spcBef>
          <a:spcPct val="20000"/>
        </a:spcBef>
        <a:buSzPct val="90000"/>
        <a:buFont typeface="Courier New"/>
        <a:buChar char="o"/>
        <a:defRPr sz="1600" kern="1200">
          <a:solidFill>
            <a:srgbClr val="53565A"/>
          </a:solidFill>
          <a:latin typeface="Arial"/>
          <a:ea typeface="+mn-ea"/>
          <a:cs typeface="+mn-cs"/>
        </a:defRPr>
      </a:lvl8pPr>
      <a:lvl9pPr marL="3886200" indent="-228600" algn="l" defTabSz="457200" rtl="0" eaLnBrk="1" latinLnBrk="0" hangingPunct="1">
        <a:spcBef>
          <a:spcPct val="20000"/>
        </a:spcBef>
        <a:buSzPct val="90000"/>
        <a:buFont typeface="Courier New"/>
        <a:buChar char="o"/>
        <a:defRPr sz="1600" kern="1200">
          <a:solidFill>
            <a:srgbClr val="53565A"/>
          </a:solidFill>
          <a:latin typeface="Arial"/>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Elsevier Customer Id – syncing with SIS Id</a:t>
            </a:r>
            <a:endParaRPr lang="en-US" dirty="0"/>
          </a:p>
        </p:txBody>
      </p:sp>
      <p:sp>
        <p:nvSpPr>
          <p:cNvPr id="4" name="Slide Number Placeholder 3"/>
          <p:cNvSpPr>
            <a:spLocks noGrp="1"/>
          </p:cNvSpPr>
          <p:nvPr>
            <p:ph type="sldNum" sz="quarter" idx="10"/>
          </p:nvPr>
        </p:nvSpPr>
        <p:spPr/>
        <p:txBody>
          <a:bodyPr/>
          <a:lstStyle/>
          <a:p>
            <a:pPr>
              <a:defRPr/>
            </a:pPr>
            <a:fld id="{2446B0F3-818A-4AD5-9375-A3DC8D3F3699}" type="slidenum">
              <a:rPr lang="en-GB" smtClean="0">
                <a:solidFill>
                  <a:prstClr val="white"/>
                </a:solidFill>
              </a:rPr>
              <a:pPr>
                <a:defRPr/>
              </a:pPr>
              <a:t>1</a:t>
            </a:fld>
            <a:endParaRPr lang="en-GB" dirty="0">
              <a:solidFill>
                <a:prstClr val="white"/>
              </a:solidFill>
            </a:endParaRPr>
          </a:p>
        </p:txBody>
      </p:sp>
      <p:sp>
        <p:nvSpPr>
          <p:cNvPr id="5" name="TextBox 4"/>
          <p:cNvSpPr txBox="1"/>
          <p:nvPr/>
        </p:nvSpPr>
        <p:spPr>
          <a:xfrm>
            <a:off x="228600" y="1447800"/>
            <a:ext cx="8534400" cy="1323439"/>
          </a:xfrm>
          <a:prstGeom prst="rect">
            <a:avLst/>
          </a:prstGeom>
          <a:noFill/>
        </p:spPr>
        <p:txBody>
          <a:bodyPr wrap="square" rtlCol="0">
            <a:spAutoFit/>
          </a:bodyPr>
          <a:lstStyle/>
          <a:p>
            <a:r>
              <a:rPr lang="en-GB" sz="2000" b="1" dirty="0" smtClean="0"/>
              <a:t>Current proposal: </a:t>
            </a:r>
            <a:r>
              <a:rPr lang="en-GB" sz="2000" dirty="0" smtClean="0"/>
              <a:t>Where the Customer has 1 and only 1 SIS Id the Elsevier Customer Id will be set to be ECR-[SIS ID].  Where the Customer has multiple SIS Ids the Elsevier Customer Id will be sequentially generated – ECR-[sequence]</a:t>
            </a:r>
            <a:endParaRPr lang="en-US" sz="2000" dirty="0"/>
          </a:p>
        </p:txBody>
      </p:sp>
      <p:sp>
        <p:nvSpPr>
          <p:cNvPr id="6" name="TextBox 5"/>
          <p:cNvSpPr txBox="1"/>
          <p:nvPr/>
        </p:nvSpPr>
        <p:spPr>
          <a:xfrm>
            <a:off x="228600" y="2823791"/>
            <a:ext cx="8534400" cy="1631216"/>
          </a:xfrm>
          <a:prstGeom prst="rect">
            <a:avLst/>
          </a:prstGeom>
          <a:noFill/>
        </p:spPr>
        <p:txBody>
          <a:bodyPr wrap="square" rtlCol="0">
            <a:spAutoFit/>
          </a:bodyPr>
          <a:lstStyle/>
          <a:p>
            <a:r>
              <a:rPr lang="en-GB" sz="2000" b="1" dirty="0" smtClean="0"/>
              <a:t>Challenge: </a:t>
            </a:r>
            <a:r>
              <a:rPr lang="en-GB" sz="2000" dirty="0" smtClean="0"/>
              <a:t>In order to implement the above behaviour we can only set the Elsevier Customer ID after records have merged at the ‘Golden data’ this means there is no lineage for the ID, and merging/splitting records can cause the Elsevier Id to change.  This will result in many updates to systems advising of a change to the Id.  </a:t>
            </a:r>
            <a:endParaRPr lang="en-US"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824250"/>
            <a:ext cx="8723577" cy="12848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6967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38319" cy="418645"/>
          </a:xfrm>
        </p:spPr>
        <p:txBody>
          <a:bodyPr/>
          <a:lstStyle/>
          <a:p>
            <a:r>
              <a:rPr lang="en-GB" dirty="0"/>
              <a:t>Elsevier Customer Id – syncing with SIS Id</a:t>
            </a:r>
            <a:endParaRPr lang="en-US" dirty="0"/>
          </a:p>
        </p:txBody>
      </p:sp>
      <p:sp>
        <p:nvSpPr>
          <p:cNvPr id="4" name="Slide Number Placeholder 3"/>
          <p:cNvSpPr>
            <a:spLocks noGrp="1"/>
          </p:cNvSpPr>
          <p:nvPr>
            <p:ph type="sldNum" sz="quarter" idx="10"/>
          </p:nvPr>
        </p:nvSpPr>
        <p:spPr/>
        <p:txBody>
          <a:bodyPr/>
          <a:lstStyle/>
          <a:p>
            <a:pPr>
              <a:defRPr/>
            </a:pPr>
            <a:fld id="{2446B0F3-818A-4AD5-9375-A3DC8D3F3699}" type="slidenum">
              <a:rPr lang="en-GB" smtClean="0">
                <a:solidFill>
                  <a:prstClr val="white"/>
                </a:solidFill>
              </a:rPr>
              <a:pPr>
                <a:defRPr/>
              </a:pPr>
              <a:t>2</a:t>
            </a:fld>
            <a:endParaRPr lang="en-GB" dirty="0">
              <a:solidFill>
                <a:prstClr val="white"/>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165696953"/>
              </p:ext>
            </p:extLst>
          </p:nvPr>
        </p:nvGraphicFramePr>
        <p:xfrm>
          <a:off x="228600" y="1143000"/>
          <a:ext cx="8763000" cy="5405437"/>
        </p:xfrm>
        <a:graphic>
          <a:graphicData uri="http://schemas.openxmlformats.org/drawingml/2006/table">
            <a:tbl>
              <a:tblPr firstRow="1" bandRow="1">
                <a:tableStyleId>{5C22544A-7EE6-4342-B048-85BDC9FD1C3A}</a:tableStyleId>
              </a:tblPr>
              <a:tblGrid>
                <a:gridCol w="2819400"/>
                <a:gridCol w="2819400"/>
                <a:gridCol w="3124200"/>
              </a:tblGrid>
              <a:tr h="498157">
                <a:tc>
                  <a:txBody>
                    <a:bodyPr/>
                    <a:lstStyle/>
                    <a:p>
                      <a:r>
                        <a:rPr lang="en-GB" dirty="0" smtClean="0"/>
                        <a:t>Options</a:t>
                      </a:r>
                      <a:endParaRPr lang="en-US" dirty="0"/>
                    </a:p>
                  </a:txBody>
                  <a:tcPr/>
                </a:tc>
                <a:tc>
                  <a:txBody>
                    <a:bodyPr/>
                    <a:lstStyle/>
                    <a:p>
                      <a:r>
                        <a:rPr lang="en-GB" dirty="0" smtClean="0"/>
                        <a:t>Advantages</a:t>
                      </a:r>
                      <a:endParaRPr lang="en-US" dirty="0"/>
                    </a:p>
                  </a:txBody>
                  <a:tcPr/>
                </a:tc>
                <a:tc>
                  <a:txBody>
                    <a:bodyPr/>
                    <a:lstStyle/>
                    <a:p>
                      <a:r>
                        <a:rPr lang="en-GB" dirty="0" smtClean="0"/>
                        <a:t>Disadvantages</a:t>
                      </a:r>
                      <a:endParaRPr lang="en-US" dirty="0"/>
                    </a:p>
                  </a:txBody>
                  <a:tcPr/>
                </a:tc>
              </a:tr>
              <a:tr h="498157">
                <a:tc>
                  <a:txBody>
                    <a:bodyPr/>
                    <a:lstStyle/>
                    <a:p>
                      <a:r>
                        <a:rPr lang="en-GB" sz="1600" dirty="0" smtClean="0"/>
                        <a:t>1 – Set the Id at the Source layer in CMX (if it’s a SIS record</a:t>
                      </a:r>
                      <a:r>
                        <a:rPr lang="en-GB" sz="1600" baseline="0" dirty="0" smtClean="0"/>
                        <a:t> will have SIS id)</a:t>
                      </a:r>
                      <a:r>
                        <a:rPr lang="en-GB" sz="1600" dirty="0" smtClean="0"/>
                        <a:t> with precedence rules stating lowest</a:t>
                      </a:r>
                      <a:r>
                        <a:rPr lang="en-GB" sz="1600" baseline="0" dirty="0" smtClean="0"/>
                        <a:t> ECR survives</a:t>
                      </a:r>
                    </a:p>
                    <a:p>
                      <a:endParaRPr lang="en-GB" sz="1600"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GB" sz="1600" dirty="0" smtClean="0">
                          <a:solidFill>
                            <a:srgbClr val="0070C0"/>
                          </a:solidFill>
                        </a:rPr>
                        <a:t>Recommended</a:t>
                      </a:r>
                    </a:p>
                  </a:txBody>
                  <a:tcPr/>
                </a:tc>
                <a:tc>
                  <a:txBody>
                    <a:bodyPr/>
                    <a:lstStyle/>
                    <a:p>
                      <a:pPr marL="285750" indent="-285750">
                        <a:buFont typeface="Arial" panose="020B0604020202020204" pitchFamily="34" charset="0"/>
                        <a:buChar char="•"/>
                      </a:pPr>
                      <a:r>
                        <a:rPr lang="en-GB" sz="1600" dirty="0" smtClean="0"/>
                        <a:t>Lineage</a:t>
                      </a:r>
                      <a:r>
                        <a:rPr lang="en-GB" sz="1600" baseline="0" dirty="0" smtClean="0"/>
                        <a:t> is preserved and adding a new record (with higher id) will not change ECR on golden record</a:t>
                      </a:r>
                    </a:p>
                    <a:p>
                      <a:pPr marL="285750" indent="-285750">
                        <a:buFont typeface="Arial" panose="020B0604020202020204" pitchFamily="34" charset="0"/>
                        <a:buChar char="•"/>
                      </a:pPr>
                      <a:r>
                        <a:rPr lang="en-GB" sz="1600" baseline="0" dirty="0" smtClean="0"/>
                        <a:t>SIS Ids will be reflected in CMX</a:t>
                      </a:r>
                    </a:p>
                    <a:p>
                      <a:pPr marL="285750" indent="-285750">
                        <a:buFont typeface="Arial" panose="020B0604020202020204" pitchFamily="34" charset="0"/>
                        <a:buChar char="•"/>
                      </a:pPr>
                      <a:r>
                        <a:rPr lang="en-GB" sz="1600" baseline="0" dirty="0" smtClean="0"/>
                        <a:t>Robust, predictable logic</a:t>
                      </a:r>
                      <a:endParaRPr lang="en-US" sz="1600" dirty="0"/>
                    </a:p>
                  </a:txBody>
                  <a:tcPr/>
                </a:tc>
                <a:tc>
                  <a:txBody>
                    <a:bodyPr/>
                    <a:lstStyle/>
                    <a:p>
                      <a:pPr marL="285750" indent="-285750">
                        <a:buFont typeface="Arial" panose="020B0604020202020204" pitchFamily="34" charset="0"/>
                        <a:buChar char="•"/>
                      </a:pPr>
                      <a:r>
                        <a:rPr lang="en-GB" sz="1600" dirty="0" smtClean="0"/>
                        <a:t>We cannot dictate</a:t>
                      </a:r>
                      <a:r>
                        <a:rPr lang="en-GB" sz="1600" baseline="0" dirty="0" smtClean="0"/>
                        <a:t> which SIS id is used where multiple SIS ids merge into 1 customer</a:t>
                      </a:r>
                    </a:p>
                    <a:p>
                      <a:pPr marL="285750" indent="-285750">
                        <a:buFont typeface="Arial" panose="020B0604020202020204" pitchFamily="34" charset="0"/>
                        <a:buChar char="•"/>
                      </a:pPr>
                      <a:r>
                        <a:rPr lang="en-GB" sz="1600" baseline="0" dirty="0" smtClean="0"/>
                        <a:t>Potentially confusing if the sales against an ECR exceed the sales against the same SIS</a:t>
                      </a:r>
                      <a:endParaRPr lang="en-US" sz="1600" dirty="0"/>
                    </a:p>
                  </a:txBody>
                  <a:tcPr/>
                </a:tc>
              </a:tr>
              <a:tr h="498157">
                <a:tc>
                  <a:txBody>
                    <a:bodyPr/>
                    <a:lstStyle/>
                    <a:p>
                      <a:r>
                        <a:rPr lang="en-GB" sz="1600" dirty="0" smtClean="0"/>
                        <a:t>2 – Continue</a:t>
                      </a:r>
                      <a:r>
                        <a:rPr lang="en-GB" sz="1600" baseline="0" dirty="0" smtClean="0"/>
                        <a:t> setting the Elsevier Id at the golden data layer</a:t>
                      </a:r>
                    </a:p>
                    <a:p>
                      <a:endParaRPr lang="en-GB" sz="1600" baseline="0" dirty="0" smtClean="0"/>
                    </a:p>
                    <a:p>
                      <a:r>
                        <a:rPr lang="en-GB" sz="1600" baseline="0" dirty="0" smtClean="0">
                          <a:solidFill>
                            <a:srgbClr val="FF0000"/>
                          </a:solidFill>
                        </a:rPr>
                        <a:t>Not Recommend</a:t>
                      </a:r>
                      <a:endParaRPr lang="en-US" sz="1600" dirty="0">
                        <a:solidFill>
                          <a:srgbClr val="FF0000"/>
                        </a:solidFill>
                      </a:endParaRPr>
                    </a:p>
                  </a:txBody>
                  <a:tcPr/>
                </a:tc>
                <a:tc>
                  <a:txBody>
                    <a:bodyPr/>
                    <a:lstStyle/>
                    <a:p>
                      <a:pPr marL="285750" indent="-285750">
                        <a:buFont typeface="Arial" panose="020B0604020202020204" pitchFamily="34" charset="0"/>
                        <a:buChar char="•"/>
                      </a:pPr>
                      <a:r>
                        <a:rPr lang="en-GB" sz="1600" dirty="0" smtClean="0"/>
                        <a:t>Can implement SIS id</a:t>
                      </a:r>
                      <a:r>
                        <a:rPr lang="en-GB" sz="1600" baseline="0" dirty="0" smtClean="0"/>
                        <a:t> behaviour as requested</a:t>
                      </a:r>
                      <a:endParaRPr lang="en-US" sz="1600" dirty="0"/>
                    </a:p>
                  </a:txBody>
                  <a:tcPr/>
                </a:tc>
                <a:tc>
                  <a:txBody>
                    <a:bodyPr/>
                    <a:lstStyle/>
                    <a:p>
                      <a:pPr marL="285750" indent="-285750">
                        <a:buFont typeface="Arial" panose="020B0604020202020204" pitchFamily="34" charset="0"/>
                        <a:buChar char="•"/>
                      </a:pPr>
                      <a:r>
                        <a:rPr lang="en-GB" sz="1600" dirty="0" smtClean="0"/>
                        <a:t>Changing ECR</a:t>
                      </a:r>
                      <a:r>
                        <a:rPr lang="en-GB" sz="1600" baseline="0" dirty="0" smtClean="0"/>
                        <a:t> when records are merged/split</a:t>
                      </a:r>
                    </a:p>
                    <a:p>
                      <a:pPr marL="285750" indent="-285750">
                        <a:buFont typeface="Arial" panose="020B0604020202020204" pitchFamily="34" charset="0"/>
                        <a:buChar char="•"/>
                      </a:pPr>
                      <a:r>
                        <a:rPr lang="en-GB" sz="1600" baseline="0" dirty="0" smtClean="0"/>
                        <a:t>Large number of notifications to inform of changed ECRs</a:t>
                      </a:r>
                    </a:p>
                    <a:p>
                      <a:pPr marL="285750" indent="-285750">
                        <a:buFont typeface="Arial" panose="020B0604020202020204" pitchFamily="34" charset="0"/>
                        <a:buChar char="•"/>
                      </a:pPr>
                      <a:r>
                        <a:rPr lang="en-GB" sz="1600" baseline="0" dirty="0" smtClean="0"/>
                        <a:t>Business can not depend on static ERC</a:t>
                      </a:r>
                    </a:p>
                    <a:p>
                      <a:pPr marL="285750" indent="-285750">
                        <a:buFont typeface="Arial" panose="020B0604020202020204" pitchFamily="34" charset="0"/>
                        <a:buChar char="•"/>
                      </a:pPr>
                      <a:r>
                        <a:rPr lang="en-GB" sz="1600" baseline="0" dirty="0" smtClean="0"/>
                        <a:t>Difficult to implement and very fragile</a:t>
                      </a:r>
                      <a:endParaRPr lang="en-US" sz="1600" dirty="0"/>
                    </a:p>
                  </a:txBody>
                  <a:tcPr/>
                </a:tc>
              </a:tr>
              <a:tr h="498157">
                <a:tc>
                  <a:txBody>
                    <a:bodyPr/>
                    <a:lstStyle/>
                    <a:p>
                      <a:r>
                        <a:rPr lang="en-GB" sz="1600" dirty="0" smtClean="0"/>
                        <a:t>3</a:t>
                      </a:r>
                      <a:r>
                        <a:rPr lang="en-GB" sz="1600" baseline="0" dirty="0" smtClean="0"/>
                        <a:t> – Do not implement any SIS Id logic.  Apply ECR at source data layer</a:t>
                      </a:r>
                      <a:endParaRPr lang="en-US" sz="1600" dirty="0"/>
                    </a:p>
                  </a:txBody>
                  <a:tcPr/>
                </a:tc>
                <a:tc>
                  <a:txBody>
                    <a:bodyPr/>
                    <a:lstStyle/>
                    <a:p>
                      <a:pPr marL="285750" indent="-285750">
                        <a:buFont typeface="Arial" panose="020B0604020202020204" pitchFamily="34" charset="0"/>
                        <a:buChar char="•"/>
                      </a:pPr>
                      <a:r>
                        <a:rPr lang="en-GB" sz="1600" dirty="0" smtClean="0"/>
                        <a:t>Simplest implementation</a:t>
                      </a:r>
                    </a:p>
                    <a:p>
                      <a:pPr marL="285750" indent="-285750">
                        <a:buFont typeface="Arial" panose="020B0604020202020204" pitchFamily="34" charset="0"/>
                        <a:buChar char="•"/>
                      </a:pPr>
                      <a:r>
                        <a:rPr lang="en-GB" sz="1600" dirty="0" smtClean="0"/>
                        <a:t>Could start the ECR</a:t>
                      </a:r>
                      <a:r>
                        <a:rPr lang="en-GB" sz="1600" baseline="0" dirty="0" smtClean="0"/>
                        <a:t> Sequence at 1 instead of 10million</a:t>
                      </a:r>
                      <a:endParaRPr lang="en-US" sz="1600" dirty="0"/>
                    </a:p>
                  </a:txBody>
                  <a:tcPr/>
                </a:tc>
                <a:tc>
                  <a:txBody>
                    <a:bodyPr/>
                    <a:lstStyle/>
                    <a:p>
                      <a:pPr marL="285750" indent="-285750">
                        <a:buFont typeface="Arial" panose="020B0604020202020204" pitchFamily="34" charset="0"/>
                        <a:buChar char="•"/>
                      </a:pPr>
                      <a:r>
                        <a:rPr lang="en-GB" sz="1600" dirty="0" smtClean="0"/>
                        <a:t>SIS Ids are available as cross references</a:t>
                      </a:r>
                      <a:r>
                        <a:rPr lang="en-GB" sz="1600" baseline="0" dirty="0" smtClean="0"/>
                        <a:t> but the ECR will not reflect the SID Id</a:t>
                      </a:r>
                      <a:endParaRPr lang="en-US" sz="1600" dirty="0"/>
                    </a:p>
                  </a:txBody>
                  <a:tcPr/>
                </a:tc>
              </a:tr>
            </a:tbl>
          </a:graphicData>
        </a:graphic>
      </p:graphicFrame>
    </p:spTree>
    <p:extLst>
      <p:ext uri="{BB962C8B-B14F-4D97-AF65-F5344CB8AC3E}">
        <p14:creationId xmlns:p14="http://schemas.microsoft.com/office/powerpoint/2010/main" val="4197414713"/>
      </p:ext>
    </p:extLst>
  </p:cSld>
  <p:clrMapOvr>
    <a:masterClrMapping/>
  </p:clrMapOvr>
</p:sld>
</file>

<file path=ppt/theme/theme1.xml><?xml version="1.0" encoding="utf-8"?>
<a:theme xmlns:a="http://schemas.openxmlformats.org/drawingml/2006/main" name="Elsevier Content Slides">
  <a:themeElements>
    <a:clrScheme name="Elsevier_default">
      <a:dk1>
        <a:srgbClr val="53565A"/>
      </a:dk1>
      <a:lt1>
        <a:sysClr val="window" lastClr="FFFFFF"/>
      </a:lt1>
      <a:dk2>
        <a:srgbClr val="FF8200"/>
      </a:dk2>
      <a:lt2>
        <a:srgbClr val="A7A8AA"/>
      </a:lt2>
      <a:accent1>
        <a:srgbClr val="007398"/>
      </a:accent1>
      <a:accent2>
        <a:srgbClr val="FF8200"/>
      </a:accent2>
      <a:accent3>
        <a:srgbClr val="53565A"/>
      </a:accent3>
      <a:accent4>
        <a:srgbClr val="00966C"/>
      </a:accent4>
      <a:accent5>
        <a:srgbClr val="41B6E6"/>
      </a:accent5>
      <a:accent6>
        <a:srgbClr val="CBC793"/>
      </a:accent6>
      <a:hlink>
        <a:srgbClr val="007398"/>
      </a:hlink>
      <a:folHlink>
        <a:srgbClr val="FF82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1553</TotalTime>
  <Words>317</Words>
  <Application>Microsoft Office PowerPoint</Application>
  <PresentationFormat>On-screen Show (4:3)</PresentationFormat>
  <Paragraphs>29</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Elsevier Content Slides</vt:lpstr>
      <vt:lpstr>Elsevier Customer Id – syncing with SIS Id</vt:lpstr>
      <vt:lpstr>Elsevier Customer Id – syncing with SIS Id</vt:lpstr>
    </vt:vector>
  </TitlesOfParts>
  <Company>Reed Elsevier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Elena Enthoven</dc:creator>
  <cp:lastModifiedBy>Catherine Taylor</cp:lastModifiedBy>
  <cp:revision>11</cp:revision>
  <dcterms:created xsi:type="dcterms:W3CDTF">2016-08-31T09:57:12Z</dcterms:created>
  <dcterms:modified xsi:type="dcterms:W3CDTF">2016-10-03T10:10:55Z</dcterms:modified>
</cp:coreProperties>
</file>